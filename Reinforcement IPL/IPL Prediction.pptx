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0B571B-2740-448D-87F1-EF7ED9F4ACE0}" v="3" dt="2026-01-29T08:40:46.3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1" d="100"/>
          <a:sy n="91" d="100"/>
        </p:scale>
        <p:origin x="121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mona Prabhu" userId="a299ff6db1285559" providerId="LiveId" clId="{28576321-E07C-4020-ACB0-FE05BAFE2898}"/>
    <pc:docChg chg="undo custSel modSld">
      <pc:chgData name="Remona Prabhu" userId="a299ff6db1285559" providerId="LiveId" clId="{28576321-E07C-4020-ACB0-FE05BAFE2898}" dt="2026-01-29T08:41:38.132" v="265" actId="27636"/>
      <pc:docMkLst>
        <pc:docMk/>
      </pc:docMkLst>
      <pc:sldChg chg="modSp mod">
        <pc:chgData name="Remona Prabhu" userId="a299ff6db1285559" providerId="LiveId" clId="{28576321-E07C-4020-ACB0-FE05BAFE2898}" dt="2026-01-29T08:41:38.132" v="265" actId="27636"/>
        <pc:sldMkLst>
          <pc:docMk/>
          <pc:sldMk cId="0" sldId="256"/>
        </pc:sldMkLst>
        <pc:spChg chg="mod">
          <ac:chgData name="Remona Prabhu" userId="a299ff6db1285559" providerId="LiveId" clId="{28576321-E07C-4020-ACB0-FE05BAFE2898}" dt="2026-01-29T08:40:13.684" v="56"/>
          <ac:spMkLst>
            <pc:docMk/>
            <pc:sldMk cId="0" sldId="256"/>
            <ac:spMk id="2" creationId="{00000000-0000-0000-0000-000000000000}"/>
          </ac:spMkLst>
        </pc:spChg>
        <pc:spChg chg="mod">
          <ac:chgData name="Remona Prabhu" userId="a299ff6db1285559" providerId="LiveId" clId="{28576321-E07C-4020-ACB0-FE05BAFE2898}" dt="2026-01-29T08:41:38.132" v="265" actId="27636"/>
          <ac:spMkLst>
            <pc:docMk/>
            <pc:sldMk cId="0" sldId="256"/>
            <ac:spMk id="3" creationId="{00000000-0000-0000-0000-000000000000}"/>
          </ac:spMkLst>
        </pc:spChg>
      </pc:sldChg>
      <pc:sldChg chg="modSp mod">
        <pc:chgData name="Remona Prabhu" userId="a299ff6db1285559" providerId="LiveId" clId="{28576321-E07C-4020-ACB0-FE05BAFE2898}" dt="2026-01-29T08:40:13.684" v="56"/>
        <pc:sldMkLst>
          <pc:docMk/>
          <pc:sldMk cId="0" sldId="257"/>
        </pc:sldMkLst>
        <pc:spChg chg="mod">
          <ac:chgData name="Remona Prabhu" userId="a299ff6db1285559" providerId="LiveId" clId="{28576321-E07C-4020-ACB0-FE05BAFE2898}" dt="2026-01-29T08:40:13.684" v="56"/>
          <ac:spMkLst>
            <pc:docMk/>
            <pc:sldMk cId="0" sldId="257"/>
            <ac:spMk id="2" creationId="{00000000-0000-0000-0000-000000000000}"/>
          </ac:spMkLst>
        </pc:spChg>
        <pc:spChg chg="mod">
          <ac:chgData name="Remona Prabhu" userId="a299ff6db1285559" providerId="LiveId" clId="{28576321-E07C-4020-ACB0-FE05BAFE2898}" dt="2026-01-29T08:40:13.684" v="56"/>
          <ac:spMkLst>
            <pc:docMk/>
            <pc:sldMk cId="0" sldId="257"/>
            <ac:spMk id="3" creationId="{00000000-0000-0000-0000-000000000000}"/>
          </ac:spMkLst>
        </pc:spChg>
      </pc:sldChg>
      <pc:sldChg chg="modSp mod">
        <pc:chgData name="Remona Prabhu" userId="a299ff6db1285559" providerId="LiveId" clId="{28576321-E07C-4020-ACB0-FE05BAFE2898}" dt="2026-01-29T08:40:13.684" v="56"/>
        <pc:sldMkLst>
          <pc:docMk/>
          <pc:sldMk cId="0" sldId="258"/>
        </pc:sldMkLst>
        <pc:spChg chg="mod">
          <ac:chgData name="Remona Prabhu" userId="a299ff6db1285559" providerId="LiveId" clId="{28576321-E07C-4020-ACB0-FE05BAFE2898}" dt="2026-01-29T08:40:13.684" v="56"/>
          <ac:spMkLst>
            <pc:docMk/>
            <pc:sldMk cId="0" sldId="258"/>
            <ac:spMk id="2" creationId="{00000000-0000-0000-0000-000000000000}"/>
          </ac:spMkLst>
        </pc:spChg>
        <pc:spChg chg="mod">
          <ac:chgData name="Remona Prabhu" userId="a299ff6db1285559" providerId="LiveId" clId="{28576321-E07C-4020-ACB0-FE05BAFE2898}" dt="2026-01-29T08:40:13.684" v="56"/>
          <ac:spMkLst>
            <pc:docMk/>
            <pc:sldMk cId="0" sldId="258"/>
            <ac:spMk id="3" creationId="{00000000-0000-0000-0000-000000000000}"/>
          </ac:spMkLst>
        </pc:spChg>
      </pc:sldChg>
      <pc:sldChg chg="modSp mod">
        <pc:chgData name="Remona Prabhu" userId="a299ff6db1285559" providerId="LiveId" clId="{28576321-E07C-4020-ACB0-FE05BAFE2898}" dt="2026-01-29T08:40:13.684" v="56"/>
        <pc:sldMkLst>
          <pc:docMk/>
          <pc:sldMk cId="0" sldId="259"/>
        </pc:sldMkLst>
        <pc:spChg chg="mod">
          <ac:chgData name="Remona Prabhu" userId="a299ff6db1285559" providerId="LiveId" clId="{28576321-E07C-4020-ACB0-FE05BAFE2898}" dt="2026-01-29T08:40:13.684" v="56"/>
          <ac:spMkLst>
            <pc:docMk/>
            <pc:sldMk cId="0" sldId="259"/>
            <ac:spMk id="2" creationId="{00000000-0000-0000-0000-000000000000}"/>
          </ac:spMkLst>
        </pc:spChg>
        <pc:spChg chg="mod">
          <ac:chgData name="Remona Prabhu" userId="a299ff6db1285559" providerId="LiveId" clId="{28576321-E07C-4020-ACB0-FE05BAFE2898}" dt="2026-01-29T08:40:13.684" v="56"/>
          <ac:spMkLst>
            <pc:docMk/>
            <pc:sldMk cId="0" sldId="259"/>
            <ac:spMk id="3" creationId="{00000000-0000-0000-0000-000000000000}"/>
          </ac:spMkLst>
        </pc:spChg>
      </pc:sldChg>
      <pc:sldChg chg="modSp mod">
        <pc:chgData name="Remona Prabhu" userId="a299ff6db1285559" providerId="LiveId" clId="{28576321-E07C-4020-ACB0-FE05BAFE2898}" dt="2026-01-29T08:40:13.684" v="56"/>
        <pc:sldMkLst>
          <pc:docMk/>
          <pc:sldMk cId="0" sldId="260"/>
        </pc:sldMkLst>
        <pc:spChg chg="mod">
          <ac:chgData name="Remona Prabhu" userId="a299ff6db1285559" providerId="LiveId" clId="{28576321-E07C-4020-ACB0-FE05BAFE2898}" dt="2026-01-29T08:40:13.684" v="56"/>
          <ac:spMkLst>
            <pc:docMk/>
            <pc:sldMk cId="0" sldId="260"/>
            <ac:spMk id="2" creationId="{00000000-0000-0000-0000-000000000000}"/>
          </ac:spMkLst>
        </pc:spChg>
        <pc:spChg chg="mod">
          <ac:chgData name="Remona Prabhu" userId="a299ff6db1285559" providerId="LiveId" clId="{28576321-E07C-4020-ACB0-FE05BAFE2898}" dt="2026-01-29T08:40:13.684" v="56"/>
          <ac:spMkLst>
            <pc:docMk/>
            <pc:sldMk cId="0" sldId="260"/>
            <ac:spMk id="3" creationId="{00000000-0000-0000-0000-000000000000}"/>
          </ac:spMkLst>
        </pc:spChg>
      </pc:sldChg>
      <pc:sldChg chg="modSp mod">
        <pc:chgData name="Remona Prabhu" userId="a299ff6db1285559" providerId="LiveId" clId="{28576321-E07C-4020-ACB0-FE05BAFE2898}" dt="2026-01-29T08:40:13.684" v="56"/>
        <pc:sldMkLst>
          <pc:docMk/>
          <pc:sldMk cId="0" sldId="261"/>
        </pc:sldMkLst>
        <pc:spChg chg="mod">
          <ac:chgData name="Remona Prabhu" userId="a299ff6db1285559" providerId="LiveId" clId="{28576321-E07C-4020-ACB0-FE05BAFE2898}" dt="2026-01-29T08:40:13.684" v="56"/>
          <ac:spMkLst>
            <pc:docMk/>
            <pc:sldMk cId="0" sldId="261"/>
            <ac:spMk id="2" creationId="{00000000-0000-0000-0000-000000000000}"/>
          </ac:spMkLst>
        </pc:spChg>
        <pc:spChg chg="mod">
          <ac:chgData name="Remona Prabhu" userId="a299ff6db1285559" providerId="LiveId" clId="{28576321-E07C-4020-ACB0-FE05BAFE2898}" dt="2026-01-29T08:40:13.684" v="56"/>
          <ac:spMkLst>
            <pc:docMk/>
            <pc:sldMk cId="0" sldId="261"/>
            <ac:spMk id="3" creationId="{00000000-0000-0000-0000-000000000000}"/>
          </ac:spMkLst>
        </pc:spChg>
      </pc:sldChg>
      <pc:sldChg chg="modSp mod">
        <pc:chgData name="Remona Prabhu" userId="a299ff6db1285559" providerId="LiveId" clId="{28576321-E07C-4020-ACB0-FE05BAFE2898}" dt="2026-01-29T08:40:13.684" v="56"/>
        <pc:sldMkLst>
          <pc:docMk/>
          <pc:sldMk cId="0" sldId="262"/>
        </pc:sldMkLst>
        <pc:spChg chg="mod">
          <ac:chgData name="Remona Prabhu" userId="a299ff6db1285559" providerId="LiveId" clId="{28576321-E07C-4020-ACB0-FE05BAFE2898}" dt="2026-01-29T08:37:55.718" v="31" actId="14100"/>
          <ac:spMkLst>
            <pc:docMk/>
            <pc:sldMk cId="0" sldId="262"/>
            <ac:spMk id="2" creationId="{00000000-0000-0000-0000-000000000000}"/>
          </ac:spMkLst>
        </pc:spChg>
        <pc:spChg chg="mod">
          <ac:chgData name="Remona Prabhu" userId="a299ff6db1285559" providerId="LiveId" clId="{28576321-E07C-4020-ACB0-FE05BAFE2898}" dt="2026-01-29T08:40:13.684" v="56"/>
          <ac:spMkLst>
            <pc:docMk/>
            <pc:sldMk cId="0" sldId="262"/>
            <ac:spMk id="3" creationId="{00000000-0000-0000-0000-000000000000}"/>
          </ac:spMkLst>
        </pc:spChg>
      </pc:sldChg>
      <pc:sldChg chg="modSp mod">
        <pc:chgData name="Remona Prabhu" userId="a299ff6db1285559" providerId="LiveId" clId="{28576321-E07C-4020-ACB0-FE05BAFE2898}" dt="2026-01-29T08:40:13.764" v="57" actId="27636"/>
        <pc:sldMkLst>
          <pc:docMk/>
          <pc:sldMk cId="0" sldId="263"/>
        </pc:sldMkLst>
        <pc:spChg chg="mod">
          <ac:chgData name="Remona Prabhu" userId="a299ff6db1285559" providerId="LiveId" clId="{28576321-E07C-4020-ACB0-FE05BAFE2898}" dt="2026-01-29T08:40:13.764" v="57" actId="27636"/>
          <ac:spMkLst>
            <pc:docMk/>
            <pc:sldMk cId="0" sldId="263"/>
            <ac:spMk id="2" creationId="{00000000-0000-0000-0000-000000000000}"/>
          </ac:spMkLst>
        </pc:spChg>
        <pc:spChg chg="mod">
          <ac:chgData name="Remona Prabhu" userId="a299ff6db1285559" providerId="LiveId" clId="{28576321-E07C-4020-ACB0-FE05BAFE2898}" dt="2026-01-29T08:40:13.684" v="56"/>
          <ac:spMkLst>
            <pc:docMk/>
            <pc:sldMk cId="0" sldId="263"/>
            <ac:spMk id="3" creationId="{00000000-0000-0000-0000-000000000000}"/>
          </ac:spMkLst>
        </pc:spChg>
      </pc:sldChg>
      <pc:sldChg chg="modSp mod">
        <pc:chgData name="Remona Prabhu" userId="a299ff6db1285559" providerId="LiveId" clId="{28576321-E07C-4020-ACB0-FE05BAFE2898}" dt="2026-01-29T08:40:13.684" v="56"/>
        <pc:sldMkLst>
          <pc:docMk/>
          <pc:sldMk cId="0" sldId="264"/>
        </pc:sldMkLst>
        <pc:spChg chg="mod">
          <ac:chgData name="Remona Prabhu" userId="a299ff6db1285559" providerId="LiveId" clId="{28576321-E07C-4020-ACB0-FE05BAFE2898}" dt="2026-01-29T08:40:13.684" v="56"/>
          <ac:spMkLst>
            <pc:docMk/>
            <pc:sldMk cId="0" sldId="264"/>
            <ac:spMk id="2" creationId="{00000000-0000-0000-0000-000000000000}"/>
          </ac:spMkLst>
        </pc:spChg>
        <pc:spChg chg="mod">
          <ac:chgData name="Remona Prabhu" userId="a299ff6db1285559" providerId="LiveId" clId="{28576321-E07C-4020-ACB0-FE05BAFE2898}" dt="2026-01-29T08:40:13.684" v="56"/>
          <ac:spMkLst>
            <pc:docMk/>
            <pc:sldMk cId="0" sldId="264"/>
            <ac:spMk id="3" creationId="{00000000-0000-0000-0000-000000000000}"/>
          </ac:spMkLst>
        </pc:spChg>
      </pc:sldChg>
      <pc:sldChg chg="modSp mod">
        <pc:chgData name="Remona Prabhu" userId="a299ff6db1285559" providerId="LiveId" clId="{28576321-E07C-4020-ACB0-FE05BAFE2898}" dt="2026-01-29T08:40:13.684" v="56"/>
        <pc:sldMkLst>
          <pc:docMk/>
          <pc:sldMk cId="0" sldId="265"/>
        </pc:sldMkLst>
        <pc:spChg chg="mod">
          <ac:chgData name="Remona Prabhu" userId="a299ff6db1285559" providerId="LiveId" clId="{28576321-E07C-4020-ACB0-FE05BAFE2898}" dt="2026-01-29T08:40:13.684" v="56"/>
          <ac:spMkLst>
            <pc:docMk/>
            <pc:sldMk cId="0" sldId="265"/>
            <ac:spMk id="2" creationId="{00000000-0000-0000-0000-000000000000}"/>
          </ac:spMkLst>
        </pc:spChg>
        <pc:spChg chg="mod">
          <ac:chgData name="Remona Prabhu" userId="a299ff6db1285559" providerId="LiveId" clId="{28576321-E07C-4020-ACB0-FE05BAFE2898}" dt="2026-01-29T08:40:13.684" v="56"/>
          <ac:spMkLst>
            <pc:docMk/>
            <pc:sldMk cId="0" sldId="265"/>
            <ac:spMk id="3" creationId="{00000000-0000-0000-0000-000000000000}"/>
          </ac:spMkLst>
        </pc:spChg>
      </pc:sldChg>
      <pc:sldChg chg="modSp mod">
        <pc:chgData name="Remona Prabhu" userId="a299ff6db1285559" providerId="LiveId" clId="{28576321-E07C-4020-ACB0-FE05BAFE2898}" dt="2026-01-29T08:40:13.684" v="56"/>
        <pc:sldMkLst>
          <pc:docMk/>
          <pc:sldMk cId="0" sldId="266"/>
        </pc:sldMkLst>
        <pc:spChg chg="mod">
          <ac:chgData name="Remona Prabhu" userId="a299ff6db1285559" providerId="LiveId" clId="{28576321-E07C-4020-ACB0-FE05BAFE2898}" dt="2026-01-29T08:40:13.684" v="56"/>
          <ac:spMkLst>
            <pc:docMk/>
            <pc:sldMk cId="0" sldId="266"/>
            <ac:spMk id="2" creationId="{00000000-0000-0000-0000-000000000000}"/>
          </ac:spMkLst>
        </pc:spChg>
        <pc:spChg chg="mod">
          <ac:chgData name="Remona Prabhu" userId="a299ff6db1285559" providerId="LiveId" clId="{28576321-E07C-4020-ACB0-FE05BAFE2898}" dt="2026-01-29T08:40:13.684" v="56"/>
          <ac:spMkLst>
            <pc:docMk/>
            <pc:sldMk cId="0" sldId="266"/>
            <ac:spMk id="3" creationId="{00000000-0000-0000-0000-000000000000}"/>
          </ac:spMkLst>
        </pc:spChg>
      </pc:sldChg>
      <pc:sldChg chg="delSp modSp mod">
        <pc:chgData name="Remona Prabhu" userId="a299ff6db1285559" providerId="LiveId" clId="{28576321-E07C-4020-ACB0-FE05BAFE2898}" dt="2026-01-29T08:39:44.322" v="52" actId="2711"/>
        <pc:sldMkLst>
          <pc:docMk/>
          <pc:sldMk cId="0" sldId="267"/>
        </pc:sldMkLst>
        <pc:spChg chg="mod">
          <ac:chgData name="Remona Prabhu" userId="a299ff6db1285559" providerId="LiveId" clId="{28576321-E07C-4020-ACB0-FE05BAFE2898}" dt="2026-01-29T08:39:44.322" v="52" actId="2711"/>
          <ac:spMkLst>
            <pc:docMk/>
            <pc:sldMk cId="0" sldId="267"/>
            <ac:spMk id="2" creationId="{00000000-0000-0000-0000-000000000000}"/>
          </ac:spMkLst>
        </pc:spChg>
        <pc:spChg chg="del">
          <ac:chgData name="Remona Prabhu" userId="a299ff6db1285559" providerId="LiveId" clId="{28576321-E07C-4020-ACB0-FE05BAFE2898}" dt="2026-01-29T08:39:10.727" v="47" actId="478"/>
          <ac:spMkLst>
            <pc:docMk/>
            <pc:sldMk cId="0" sldId="267"/>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97830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6999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7565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4978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3819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426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3570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51611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1/29/2026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40816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3532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1820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1/29/2026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4639163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latin typeface="Algerian" panose="04020705040A02060702" pitchFamily="82" charset="0"/>
              </a:rPr>
              <a:t>Predicting Match Winners with Machine Learning</a:t>
            </a:r>
          </a:p>
        </p:txBody>
      </p:sp>
      <p:sp>
        <p:nvSpPr>
          <p:cNvPr id="3" name="Content Placeholder 2"/>
          <p:cNvSpPr>
            <a:spLocks noGrp="1"/>
          </p:cNvSpPr>
          <p:nvPr>
            <p:ph idx="1"/>
          </p:nvPr>
        </p:nvSpPr>
        <p:spPr>
          <a:xfrm>
            <a:off x="1216405" y="2015733"/>
            <a:ext cx="6798430" cy="3450613"/>
          </a:xfrm>
        </p:spPr>
        <p:txBody>
          <a:bodyPr>
            <a:normAutofit fontScale="92500"/>
          </a:bodyPr>
          <a:lstStyle/>
          <a:p>
            <a:pPr marL="0" indent="0">
              <a:buNone/>
            </a:pPr>
            <a:r>
              <a:rPr sz="1800" dirty="0"/>
              <a:t> </a:t>
            </a:r>
            <a:r>
              <a:rPr sz="1800" dirty="0">
                <a:latin typeface="Amasis MT Pro" panose="02040504050005020304" pitchFamily="18" charset="0"/>
              </a:rPr>
              <a:t>IPL Match Winner Prediction </a:t>
            </a:r>
          </a:p>
          <a:p>
            <a:pPr marL="0" indent="0">
              <a:buNone/>
            </a:pPr>
            <a:endParaRPr sz="1800" dirty="0"/>
          </a:p>
          <a:p>
            <a:endParaRPr lang="en-IN" sz="1800" dirty="0"/>
          </a:p>
          <a:p>
            <a:endParaRPr lang="en-IN" sz="1800" dirty="0"/>
          </a:p>
          <a:p>
            <a:endParaRPr lang="en-IN" sz="1800" dirty="0"/>
          </a:p>
          <a:p>
            <a:pPr marL="0" indent="0">
              <a:buNone/>
            </a:pPr>
            <a:endParaRPr lang="en-IN" sz="1800" dirty="0"/>
          </a:p>
          <a:p>
            <a:pPr marL="0" indent="0">
              <a:buNone/>
            </a:pPr>
            <a:r>
              <a:rPr lang="en-IN" sz="1800" dirty="0"/>
              <a:t>                                                                             </a:t>
            </a:r>
            <a:r>
              <a:rPr lang="en-IN" sz="1800" dirty="0">
                <a:latin typeface="Amasis MT Pro" panose="02040504050005020304" pitchFamily="18" charset="0"/>
              </a:rPr>
              <a:t>Reona P</a:t>
            </a:r>
            <a:br>
              <a:rPr lang="en-IN" sz="1800" dirty="0">
                <a:latin typeface="Amasis MT Pro" panose="02040504050005020304" pitchFamily="18" charset="0"/>
              </a:rPr>
            </a:br>
            <a:r>
              <a:rPr lang="en-IN" sz="1800" dirty="0">
                <a:latin typeface="Amasis MT Pro" panose="02040504050005020304" pitchFamily="18" charset="0"/>
              </a:rPr>
              <a:t>                                                                                   Aug – 2025- Jan2026</a:t>
            </a:r>
          </a:p>
          <a:p>
            <a:pPr marL="0" indent="0">
              <a:buNone/>
            </a:pP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lgerian" panose="04020705040A02060702" pitchFamily="82" charset="0"/>
              </a:rPr>
              <a:t>Introduction</a:t>
            </a:r>
          </a:p>
        </p:txBody>
      </p:sp>
      <p:sp>
        <p:nvSpPr>
          <p:cNvPr id="3" name="Content Placeholder 2"/>
          <p:cNvSpPr>
            <a:spLocks noGrp="1"/>
          </p:cNvSpPr>
          <p:nvPr>
            <p:ph idx="1"/>
          </p:nvPr>
        </p:nvSpPr>
        <p:spPr/>
        <p:txBody>
          <a:bodyPr/>
          <a:lstStyle/>
          <a:p>
            <a:r>
              <a:rPr sz="1800" dirty="0">
                <a:latin typeface="Amasis MT Pro" panose="02040504050005020304" pitchFamily="18" charset="0"/>
              </a:rPr>
              <a:t>This presentation outlines the IPL Match Winner Prediction project. It covers the dataset characteristics, objectives, and problem definition. The project aims to forecast cricket match outcomes using machine learning models. The focus is on leveraging historical match data to build accurate predictive solutions for sports analytics.</a:t>
            </a:r>
          </a:p>
          <a:p>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lgerian" panose="04020705040A02060702" pitchFamily="82" charset="0"/>
              </a:rPr>
              <a:t>Project Overview</a:t>
            </a:r>
          </a:p>
        </p:txBody>
      </p:sp>
      <p:sp>
        <p:nvSpPr>
          <p:cNvPr id="3" name="Content Placeholder 2"/>
          <p:cNvSpPr>
            <a:spLocks noGrp="1"/>
          </p:cNvSpPr>
          <p:nvPr>
            <p:ph idx="1"/>
          </p:nvPr>
        </p:nvSpPr>
        <p:spPr/>
        <p:txBody>
          <a:bodyPr/>
          <a:lstStyle/>
          <a:p>
            <a:r>
              <a:rPr sz="1800" dirty="0">
                <a:latin typeface="Amasis MT Pro" panose="02040504050005020304" pitchFamily="18" charset="0"/>
              </a:rPr>
              <a:t>This project aims to predict the winner of IPL cricket matches using machine learning techniques. Historical IPL match data is analyzed to understand the impact of factors such as teams, toss decisions, venue, and match conditions. The data is cleaned, explored, and preprocessed before training multiple models including Logistic Regression, SVM, KNN, Decision Trees, Random Forest, and </a:t>
            </a:r>
            <a:r>
              <a:rPr sz="1800" dirty="0" err="1">
                <a:latin typeface="Amasis MT Pro" panose="02040504050005020304" pitchFamily="18" charset="0"/>
              </a:rPr>
              <a:t>XGBoost</a:t>
            </a:r>
            <a:r>
              <a:rPr sz="1800" dirty="0">
                <a:latin typeface="Amasis MT Pro" panose="02040504050005020304" pitchFamily="18" charset="0"/>
              </a:rPr>
              <a:t>. Model performance is evaluated using standard metrics, and the best-performing model is selected and saved for future predictions.</a:t>
            </a:r>
          </a:p>
          <a:p>
            <a:endParaRPr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lgerian" panose="04020705040A02060702" pitchFamily="82" charset="0"/>
              </a:rPr>
              <a:t>Dataset Description and Features</a:t>
            </a:r>
          </a:p>
        </p:txBody>
      </p:sp>
      <p:sp>
        <p:nvSpPr>
          <p:cNvPr id="3" name="Content Placeholder 2"/>
          <p:cNvSpPr>
            <a:spLocks noGrp="1"/>
          </p:cNvSpPr>
          <p:nvPr>
            <p:ph idx="1"/>
          </p:nvPr>
        </p:nvSpPr>
        <p:spPr/>
        <p:txBody>
          <a:bodyPr/>
          <a:lstStyle/>
          <a:p>
            <a:r>
              <a:rPr sz="1800" dirty="0">
                <a:latin typeface="Amasis MT Pro" panose="02040504050005020304" pitchFamily="18" charset="0"/>
              </a:rPr>
              <a:t>The dataset contains historical IPL match data, including team names, player details, venue, and match outcomes. It captures key metrics such as runs scored, wickets, and player performance indicators. This rich dataset enables comprehensive analysis and model training to identify patterns impacting match results.</a:t>
            </a:r>
          </a:p>
          <a:p>
            <a:endParaRPr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lgerian" panose="04020705040A02060702" pitchFamily="82" charset="0"/>
              </a:rPr>
              <a:t>Objective and Problem Statement</a:t>
            </a:r>
          </a:p>
        </p:txBody>
      </p:sp>
      <p:sp>
        <p:nvSpPr>
          <p:cNvPr id="3" name="Content Placeholder 2"/>
          <p:cNvSpPr>
            <a:spLocks noGrp="1"/>
          </p:cNvSpPr>
          <p:nvPr>
            <p:ph idx="1"/>
          </p:nvPr>
        </p:nvSpPr>
        <p:spPr/>
        <p:txBody>
          <a:bodyPr/>
          <a:lstStyle/>
          <a:p>
            <a:r>
              <a:rPr sz="1800" dirty="0">
                <a:latin typeface="Amasis MT Pro" panose="02040504050005020304" pitchFamily="18" charset="0"/>
              </a:rPr>
              <a:t>The main objective is to develop a model that accurately predicts the winner of an IPL match before it starts. The problem is framed as a classification task where the model uses pre-match features to forecast the winning team. This solution aims to assist decision-making in sports strategy and fan engagement.</a:t>
            </a:r>
          </a:p>
          <a:p>
            <a:endParaRPr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lgerian" panose="04020705040A02060702" pitchFamily="82" charset="0"/>
              </a:rPr>
              <a:t>Tools and Models Used</a:t>
            </a:r>
          </a:p>
        </p:txBody>
      </p:sp>
      <p:sp>
        <p:nvSpPr>
          <p:cNvPr id="3" name="Content Placeholder 2"/>
          <p:cNvSpPr>
            <a:spLocks noGrp="1"/>
          </p:cNvSpPr>
          <p:nvPr>
            <p:ph idx="1"/>
          </p:nvPr>
        </p:nvSpPr>
        <p:spPr/>
        <p:txBody>
          <a:bodyPr/>
          <a:lstStyle/>
          <a:p>
            <a:endParaRPr dirty="0"/>
          </a:p>
          <a:p>
            <a:r>
              <a:rPr sz="1800" dirty="0">
                <a:latin typeface="Amasis MT Pro" panose="02040504050005020304" pitchFamily="18" charset="0"/>
              </a:rPr>
              <a:t>The project utilized various machine learning models, including Logistic Regression, Support Vector Machine (SVM), K-Nearest Neighbors (KNN), Decision Trees, Random Forest, and </a:t>
            </a:r>
            <a:r>
              <a:rPr sz="1800" dirty="0" err="1">
                <a:latin typeface="Amasis MT Pro" panose="02040504050005020304" pitchFamily="18" charset="0"/>
              </a:rPr>
              <a:t>XGBoost</a:t>
            </a:r>
            <a:r>
              <a:rPr sz="1800" dirty="0">
                <a:latin typeface="Amasis MT Pro" panose="02040504050005020304" pitchFamily="18" charset="0"/>
              </a:rPr>
              <a:t>. Tools such as Python with libraries for data processing, model training, and evaluation were employed. These models were selected to compare performance and identify the most accurate predictor.</a:t>
            </a:r>
          </a:p>
          <a:p>
            <a:endParaRPr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506" y="110435"/>
            <a:ext cx="9042494" cy="1450757"/>
          </a:xfrm>
        </p:spPr>
        <p:txBody>
          <a:bodyPr/>
          <a:lstStyle/>
          <a:p>
            <a:r>
              <a:rPr b="1" dirty="0">
                <a:latin typeface="Algerian" panose="04020705040A02060702" pitchFamily="82" charset="0"/>
              </a:rPr>
              <a:t>Machine Learning Workflow</a:t>
            </a:r>
          </a:p>
        </p:txBody>
      </p:sp>
      <p:sp>
        <p:nvSpPr>
          <p:cNvPr id="3" name="Content Placeholder 2"/>
          <p:cNvSpPr>
            <a:spLocks noGrp="1"/>
          </p:cNvSpPr>
          <p:nvPr>
            <p:ph idx="1"/>
          </p:nvPr>
        </p:nvSpPr>
        <p:spPr/>
        <p:txBody>
          <a:bodyPr/>
          <a:lstStyle/>
          <a:p>
            <a:r>
              <a:rPr sz="1800" dirty="0">
                <a:latin typeface="Amasis MT Pro" panose="02040504050005020304" pitchFamily="18" charset="0"/>
              </a:rPr>
              <a:t>The machine learning workflow starts by understanding the problem and collecting data. The data is cleaned and explored to find useful patterns. After that, the data is prepared and split into training and testing sets. Machine learning models are trained and tested, and the best model is selected based on performance. Finally, the chosen model is saved for future use.</a:t>
            </a:r>
          </a:p>
          <a:p>
            <a:endParaRPr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latin typeface="Algerian" panose="04020705040A02060702" pitchFamily="82" charset="0"/>
              </a:rPr>
              <a:t>Data Cleaning and Preprocessing Techniques</a:t>
            </a:r>
          </a:p>
        </p:txBody>
      </p:sp>
      <p:sp>
        <p:nvSpPr>
          <p:cNvPr id="3" name="Content Placeholder 2"/>
          <p:cNvSpPr>
            <a:spLocks noGrp="1"/>
          </p:cNvSpPr>
          <p:nvPr>
            <p:ph idx="1"/>
          </p:nvPr>
        </p:nvSpPr>
        <p:spPr/>
        <p:txBody>
          <a:bodyPr/>
          <a:lstStyle/>
          <a:p>
            <a:r>
              <a:rPr sz="1800" dirty="0">
                <a:latin typeface="Amasis MT Pro" panose="02040504050005020304" pitchFamily="18" charset="0"/>
              </a:rPr>
              <a:t>Data cleaning involved handling missing values and encoding categorical features such as team names and toss decisions using label encoding or one-hot encoding. Outliers and inconsistent data were identified and removed. The dataset was split into training and testing sets, and feature scaling was applied when necessary to prepare the data for model training.</a:t>
            </a:r>
          </a:p>
          <a:p>
            <a:endParaRPr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latin typeface="Algerian" panose="04020705040A02060702" pitchFamily="82" charset="0"/>
              </a:rPr>
              <a:t>Model Training and Hyperparameter Tuning</a:t>
            </a:r>
          </a:p>
        </p:txBody>
      </p:sp>
      <p:sp>
        <p:nvSpPr>
          <p:cNvPr id="3" name="Content Placeholder 2"/>
          <p:cNvSpPr>
            <a:spLocks noGrp="1"/>
          </p:cNvSpPr>
          <p:nvPr>
            <p:ph idx="1"/>
          </p:nvPr>
        </p:nvSpPr>
        <p:spPr/>
        <p:txBody>
          <a:bodyPr/>
          <a:lstStyle/>
          <a:p>
            <a:r>
              <a:rPr sz="1800" dirty="0">
                <a:latin typeface="Amasis MT Pro" panose="02040504050005020304" pitchFamily="18" charset="0"/>
              </a:rPr>
              <a:t>Multiple models were trained on the processed dataset, including Logistic Regression, SVM, KNN, Decision Trees, Random Forest, and </a:t>
            </a:r>
            <a:r>
              <a:rPr sz="1800" dirty="0" err="1">
                <a:latin typeface="Amasis MT Pro" panose="02040504050005020304" pitchFamily="18" charset="0"/>
              </a:rPr>
              <a:t>XGBoost</a:t>
            </a:r>
            <a:r>
              <a:rPr sz="1800" dirty="0">
                <a:latin typeface="Amasis MT Pro" panose="02040504050005020304" pitchFamily="18" charset="0"/>
              </a:rPr>
              <a:t>. Hyperparameter tuning was conducted using grid search and random search strategies to optimize model parameters and improve prediction accuracy, ensuring the best model configurations were selected.</a:t>
            </a:r>
          </a:p>
          <a:p>
            <a:endParaRPr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lgerian" panose="04020705040A02060702" pitchFamily="82" charset="0"/>
              </a:rPr>
              <a:t>Model Evaluation and Selection Criteria</a:t>
            </a:r>
          </a:p>
        </p:txBody>
      </p:sp>
      <p:sp>
        <p:nvSpPr>
          <p:cNvPr id="3" name="Content Placeholder 2"/>
          <p:cNvSpPr>
            <a:spLocks noGrp="1"/>
          </p:cNvSpPr>
          <p:nvPr>
            <p:ph idx="1"/>
          </p:nvPr>
        </p:nvSpPr>
        <p:spPr/>
        <p:txBody>
          <a:bodyPr/>
          <a:lstStyle/>
          <a:p>
            <a:endParaRPr dirty="0"/>
          </a:p>
          <a:p>
            <a:r>
              <a:rPr sz="1800" dirty="0">
                <a:latin typeface="Amasis MT Pro" panose="02040504050005020304" pitchFamily="18" charset="0"/>
              </a:rPr>
              <a:t>Model performance was evaluated using metrics such as accuracy, precision, recall, F1-score, and confusion matrix analysis. A comparison across models helped determine the best-performing model. The selected model was saved for future use. The evaluation ensured robust and reliable winner predictions for IPL matches.</a:t>
            </a:r>
          </a:p>
          <a:p>
            <a:endParaRPr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lgerian" panose="04020705040A02060702" pitchFamily="82" charset="0"/>
              </a:rPr>
              <a:t>Conclusions</a:t>
            </a:r>
          </a:p>
        </p:txBody>
      </p:sp>
      <p:sp>
        <p:nvSpPr>
          <p:cNvPr id="3" name="Content Placeholder 2"/>
          <p:cNvSpPr>
            <a:spLocks noGrp="1"/>
          </p:cNvSpPr>
          <p:nvPr>
            <p:ph idx="1"/>
          </p:nvPr>
        </p:nvSpPr>
        <p:spPr/>
        <p:txBody>
          <a:bodyPr/>
          <a:lstStyle/>
          <a:p>
            <a:r>
              <a:rPr sz="1800" dirty="0">
                <a:latin typeface="Amasis MT Pro" panose="02040504050005020304" pitchFamily="18" charset="0"/>
              </a:rPr>
              <a:t>The project successfully developed predictive models using historical IPL data, achieving solid accuracy in forecasting match winners. Data cleaning, feature engineering, and hyperparameter tuning were key to enhancing model performance. Future work could focus on incorporating more features and real-time data to further improve predictions and support strategic decision-making in cricket analytics.</a:t>
            </a:r>
          </a:p>
          <a:p>
            <a:endParaRPr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5375" y="2341907"/>
            <a:ext cx="5032555" cy="1450757"/>
          </a:xfrm>
        </p:spPr>
        <p:txBody>
          <a:bodyPr/>
          <a:lstStyle/>
          <a:p>
            <a:r>
              <a:rPr b="1" dirty="0">
                <a:latin typeface="Algerian" panose="04020705040A02060702" pitchFamily="82" charset="0"/>
              </a:rPr>
              <a:t>THANK YOU !</a:t>
            </a:r>
            <a:br>
              <a:rPr b="1" dirty="0">
                <a:latin typeface="Algerian" panose="04020705040A02060702" pitchFamily="82" charset="0"/>
              </a:rPr>
            </a:br>
            <a:endParaRPr b="1" dirty="0">
              <a:latin typeface="Algerian" panose="04020705040A02060702" pitchFamily="82" charset="0"/>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10</TotalTime>
  <Words>662</Words>
  <Application>Microsoft Office PowerPoint</Application>
  <PresentationFormat>On-screen Show (4:3)</PresentationFormat>
  <Paragraphs>31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Algerian</vt:lpstr>
      <vt:lpstr>Amasis MT Pro</vt:lpstr>
      <vt:lpstr>Arial</vt:lpstr>
      <vt:lpstr>Gill Sans MT</vt:lpstr>
      <vt:lpstr>Gallery</vt:lpstr>
      <vt:lpstr>Predicting Match Winners with Machine Learning</vt:lpstr>
      <vt:lpstr>Introduction</vt:lpstr>
      <vt:lpstr>Project Overview</vt:lpstr>
      <vt:lpstr>Dataset Description and Features</vt:lpstr>
      <vt:lpstr>Objective and Problem Statement</vt:lpstr>
      <vt:lpstr>Tools and Models Used</vt:lpstr>
      <vt:lpstr>Machine Learning Workflow</vt:lpstr>
      <vt:lpstr>Data Cleaning and Preprocessing Techniques</vt:lpstr>
      <vt:lpstr>Model Training and Hyperparameter Tuning</vt:lpstr>
      <vt:lpstr>Model Evaluation and Selection Criteria</vt:lpstr>
      <vt:lpstr>Conclusions</vt:lpstr>
      <vt:lpstr>THANK YOU !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Match Winners with Machine Learning</dc:title>
  <dc:subject/>
  <dc:creator/>
  <cp:keywords/>
  <dc:description>generated using python-pptx</dc:description>
  <cp:lastModifiedBy>Remona Prabhu</cp:lastModifiedBy>
  <cp:revision>2</cp:revision>
  <dcterms:created xsi:type="dcterms:W3CDTF">2013-01-27T09:14:16Z</dcterms:created>
  <dcterms:modified xsi:type="dcterms:W3CDTF">2026-01-29T08:41:47Z</dcterms:modified>
  <cp:category/>
</cp:coreProperties>
</file>