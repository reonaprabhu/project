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872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Algerian" panose="04020705040A02060702" pitchFamily="82" charset="0"/>
      <p:regular r:id="rId12"/>
    </p:embeddedFont>
    <p:embeddedFont>
      <p:font typeface="Amasis MT Pro" panose="02040504050005020304" pitchFamily="18" charset="0"/>
      <p:regular r:id="rId13"/>
    </p:embeddedFont>
    <p:embeddedFont>
      <p:font typeface="Brygada 1918" panose="020B0604020202020204" charset="0"/>
      <p:regular r:id="rId14"/>
    </p:embeddedFont>
    <p:embeddedFont>
      <p:font typeface="Brygada 1918 Semi Bold" panose="020B0604020202020204" charset="0"/>
      <p:regular r:id="rId15"/>
    </p:embeddedFont>
    <p:embeddedFont>
      <p:font typeface="Gill Sans MT" panose="020B0502020104020203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A43380-9838-4397-A6A3-AC9612D520E4}" v="1" dt="2026-01-23T13:00:51.3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mona Prabhu" userId="a299ff6db1285559" providerId="LiveId" clId="{28576321-E07C-4020-ACB0-FE05BAFE2898}"/>
    <pc:docChg chg="undo custSel modSld">
      <pc:chgData name="Remona Prabhu" userId="a299ff6db1285559" providerId="LiveId" clId="{28576321-E07C-4020-ACB0-FE05BAFE2898}" dt="2026-01-23T15:33:28.853" v="361" actId="1076"/>
      <pc:docMkLst>
        <pc:docMk/>
      </pc:docMkLst>
      <pc:sldChg chg="modSp mod">
        <pc:chgData name="Remona Prabhu" userId="a299ff6db1285559" providerId="LiveId" clId="{28576321-E07C-4020-ACB0-FE05BAFE2898}" dt="2026-01-23T13:02:22.985" v="25" actId="1076"/>
        <pc:sldMkLst>
          <pc:docMk/>
          <pc:sldMk cId="0" sldId="256"/>
        </pc:sldMkLst>
        <pc:spChg chg="mod">
          <ac:chgData name="Remona Prabhu" userId="a299ff6db1285559" providerId="LiveId" clId="{28576321-E07C-4020-ACB0-FE05BAFE2898}" dt="2026-01-23T13:01:37.081" v="23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3:01:49.341" v="24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3:02:22.985" v="25" actId="1076"/>
          <ac:spMkLst>
            <pc:docMk/>
            <pc:sldMk cId="0" sldId="256"/>
            <ac:spMk id="6" creationId="{2CD0C121-D4BF-94CB-8A34-938254691E41}"/>
          </ac:spMkLst>
        </pc:spChg>
      </pc:sldChg>
      <pc:sldChg chg="delSp modSp mod">
        <pc:chgData name="Remona Prabhu" userId="a299ff6db1285559" providerId="LiveId" clId="{28576321-E07C-4020-ACB0-FE05BAFE2898}" dt="2026-01-23T13:07:01.114" v="64" actId="255"/>
        <pc:sldMkLst>
          <pc:docMk/>
          <pc:sldMk cId="0" sldId="257"/>
        </pc:sldMkLst>
        <pc:spChg chg="del topLvl">
          <ac:chgData name="Remona Prabhu" userId="a299ff6db1285559" providerId="LiveId" clId="{28576321-E07C-4020-ACB0-FE05BAFE2898}" dt="2026-01-23T13:03:00.666" v="30" actId="478"/>
          <ac:spMkLst>
            <pc:docMk/>
            <pc:sldMk cId="0" sldId="257"/>
            <ac:spMk id="3" creationId="{00000000-0000-0000-0000-000000000000}"/>
          </ac:spMkLst>
        </pc:spChg>
        <pc:spChg chg="mod topLvl">
          <ac:chgData name="Remona Prabhu" userId="a299ff6db1285559" providerId="LiveId" clId="{28576321-E07C-4020-ACB0-FE05BAFE2898}" dt="2026-01-23T13:05:58.946" v="54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3:06:37.993" v="61" actId="255"/>
          <ac:spMkLst>
            <pc:docMk/>
            <pc:sldMk cId="0" sldId="257"/>
            <ac:spMk id="13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3:06:44.870" v="62" actId="255"/>
          <ac:spMkLst>
            <pc:docMk/>
            <pc:sldMk cId="0" sldId="257"/>
            <ac:spMk id="14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3:06:53.196" v="63" actId="255"/>
          <ac:spMkLst>
            <pc:docMk/>
            <pc:sldMk cId="0" sldId="257"/>
            <ac:spMk id="16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3:07:01.114" v="64" actId="255"/>
          <ac:spMkLst>
            <pc:docMk/>
            <pc:sldMk cId="0" sldId="257"/>
            <ac:spMk id="17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3:02:38.484" v="27" actId="113"/>
          <ac:spMkLst>
            <pc:docMk/>
            <pc:sldMk cId="0" sldId="257"/>
            <ac:spMk id="19" creationId="{495F70D0-31D1-392C-C011-24BC387C8C60}"/>
          </ac:spMkLst>
        </pc:spChg>
        <pc:spChg chg="mod">
          <ac:chgData name="Remona Prabhu" userId="a299ff6db1285559" providerId="LiveId" clId="{28576321-E07C-4020-ACB0-FE05BAFE2898}" dt="2026-01-23T13:04:55.132" v="48" actId="255"/>
          <ac:spMkLst>
            <pc:docMk/>
            <pc:sldMk cId="0" sldId="257"/>
            <ac:spMk id="21" creationId="{05B194F3-13F5-8068-AFE3-5AAB4164F736}"/>
          </ac:spMkLst>
        </pc:spChg>
        <pc:spChg chg="mod">
          <ac:chgData name="Remona Prabhu" userId="a299ff6db1285559" providerId="LiveId" clId="{28576321-E07C-4020-ACB0-FE05BAFE2898}" dt="2026-01-23T13:04:44.265" v="47" actId="255"/>
          <ac:spMkLst>
            <pc:docMk/>
            <pc:sldMk cId="0" sldId="257"/>
            <ac:spMk id="22" creationId="{EE0B0C08-A5D2-5868-1EA3-C707BCB67DDA}"/>
          </ac:spMkLst>
        </pc:spChg>
        <pc:spChg chg="mod">
          <ac:chgData name="Remona Prabhu" userId="a299ff6db1285559" providerId="LiveId" clId="{28576321-E07C-4020-ACB0-FE05BAFE2898}" dt="2026-01-23T13:05:05.805" v="50" actId="255"/>
          <ac:spMkLst>
            <pc:docMk/>
            <pc:sldMk cId="0" sldId="257"/>
            <ac:spMk id="24" creationId="{BF354F30-7A0C-76FD-9504-79AD069375C1}"/>
          </ac:spMkLst>
        </pc:spChg>
        <pc:spChg chg="mod">
          <ac:chgData name="Remona Prabhu" userId="a299ff6db1285559" providerId="LiveId" clId="{28576321-E07C-4020-ACB0-FE05BAFE2898}" dt="2026-01-23T13:05:32.001" v="52" actId="2711"/>
          <ac:spMkLst>
            <pc:docMk/>
            <pc:sldMk cId="0" sldId="257"/>
            <ac:spMk id="25" creationId="{AF10C4C3-904C-0294-259D-AD294D912B10}"/>
          </ac:spMkLst>
        </pc:spChg>
        <pc:grpChg chg="del">
          <ac:chgData name="Remona Prabhu" userId="a299ff6db1285559" providerId="LiveId" clId="{28576321-E07C-4020-ACB0-FE05BAFE2898}" dt="2026-01-23T13:03:00.666" v="30" actId="478"/>
          <ac:grpSpMkLst>
            <pc:docMk/>
            <pc:sldMk cId="0" sldId="257"/>
            <ac:grpSpMk id="18" creationId="{948AF436-DFAB-A02C-71F3-B484405B2413}"/>
          </ac:grpSpMkLst>
        </pc:grpChg>
        <pc:grpChg chg="mod">
          <ac:chgData name="Remona Prabhu" userId="a299ff6db1285559" providerId="LiveId" clId="{28576321-E07C-4020-ACB0-FE05BAFE2898}" dt="2026-01-23T13:06:09.829" v="56" actId="1076"/>
          <ac:grpSpMkLst>
            <pc:docMk/>
            <pc:sldMk cId="0" sldId="257"/>
            <ac:grpSpMk id="27" creationId="{F281FE42-2D1B-D663-D52E-A6A81F1D798C}"/>
          </ac:grpSpMkLst>
        </pc:grpChg>
      </pc:sldChg>
      <pc:sldChg chg="delSp modSp mod">
        <pc:chgData name="Remona Prabhu" userId="a299ff6db1285559" providerId="LiveId" clId="{28576321-E07C-4020-ACB0-FE05BAFE2898}" dt="2026-01-23T13:14:13.434" v="115" actId="255"/>
        <pc:sldMkLst>
          <pc:docMk/>
          <pc:sldMk cId="0" sldId="258"/>
        </pc:sldMkLst>
        <pc:spChg chg="del mod">
          <ac:chgData name="Remona Prabhu" userId="a299ff6db1285559" providerId="LiveId" clId="{28576321-E07C-4020-ACB0-FE05BAFE2898}" dt="2026-01-23T13:08:00.316" v="71" actId="478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Remona Prabhu" userId="a299ff6db1285559" providerId="LiveId" clId="{28576321-E07C-4020-ACB0-FE05BAFE2898}" dt="2026-01-23T13:07:57.983" v="70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3:08:24.283" v="76" actId="14100"/>
          <ac:spMkLst>
            <pc:docMk/>
            <pc:sldMk cId="0" sldId="258"/>
            <ac:spMk id="4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3:09:25.364" v="77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3:09:33.300" v="78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3:12:12.212" v="100" actId="255"/>
          <ac:spMkLst>
            <pc:docMk/>
            <pc:sldMk cId="0" sldId="258"/>
            <ac:spMk id="7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3:12:28.162" v="102" actId="14100"/>
          <ac:spMkLst>
            <pc:docMk/>
            <pc:sldMk cId="0" sldId="258"/>
            <ac:spMk id="8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3:09:57.114" v="81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3:10:01.756" v="82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3:12:38.718" v="104" actId="255"/>
          <ac:spMkLst>
            <pc:docMk/>
            <pc:sldMk cId="0" sldId="258"/>
            <ac:spMk id="11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3:12:49.798" v="106" actId="255"/>
          <ac:spMkLst>
            <pc:docMk/>
            <pc:sldMk cId="0" sldId="258"/>
            <ac:spMk id="12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3:10:22.422" v="85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3:10:31.975" v="86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3:13:23.993" v="108" actId="255"/>
          <ac:spMkLst>
            <pc:docMk/>
            <pc:sldMk cId="0" sldId="258"/>
            <ac:spMk id="15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3:13:36.341" v="110" actId="255"/>
          <ac:spMkLst>
            <pc:docMk/>
            <pc:sldMk cId="0" sldId="258"/>
            <ac:spMk id="16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3:11:00.426" v="89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3:11:11.913" v="90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3:14:01.232" v="113" actId="255"/>
          <ac:spMkLst>
            <pc:docMk/>
            <pc:sldMk cId="0" sldId="258"/>
            <ac:spMk id="19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3:14:13.434" v="115" actId="255"/>
          <ac:spMkLst>
            <pc:docMk/>
            <pc:sldMk cId="0" sldId="258"/>
            <ac:spMk id="20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3:11:32.922" v="93" actId="107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3:11:43.562" v="95" actId="1076"/>
          <ac:spMkLst>
            <pc:docMk/>
            <pc:sldMk cId="0" sldId="258"/>
            <ac:spMk id="23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3:11:47.387" v="96" actId="1076"/>
          <ac:spMkLst>
            <pc:docMk/>
            <pc:sldMk cId="0" sldId="258"/>
            <ac:spMk id="24" creationId="{00000000-0000-0000-0000-000000000000}"/>
          </ac:spMkLst>
        </pc:spChg>
        <pc:picChg chg="mod">
          <ac:chgData name="Remona Prabhu" userId="a299ff6db1285559" providerId="LiveId" clId="{28576321-E07C-4020-ACB0-FE05BAFE2898}" dt="2026-01-23T13:11:39.691" v="94" actId="1076"/>
          <ac:picMkLst>
            <pc:docMk/>
            <pc:sldMk cId="0" sldId="258"/>
            <ac:picMk id="22" creationId="{00000000-0000-0000-0000-000000000000}"/>
          </ac:picMkLst>
        </pc:picChg>
        <pc:picChg chg="mod">
          <ac:chgData name="Remona Prabhu" userId="a299ff6db1285559" providerId="LiveId" clId="{28576321-E07C-4020-ACB0-FE05BAFE2898}" dt="2026-01-23T13:13:50.498" v="111" actId="1076"/>
          <ac:picMkLst>
            <pc:docMk/>
            <pc:sldMk cId="0" sldId="258"/>
            <ac:picMk id="26" creationId="{F33F9EFA-33E5-4EEB-EA7C-1ECD96673846}"/>
          </ac:picMkLst>
        </pc:picChg>
      </pc:sldChg>
      <pc:sldChg chg="delSp modSp mod">
        <pc:chgData name="Remona Prabhu" userId="a299ff6db1285559" providerId="LiveId" clId="{28576321-E07C-4020-ACB0-FE05BAFE2898}" dt="2026-01-23T13:17:28.004" v="146" actId="1076"/>
        <pc:sldMkLst>
          <pc:docMk/>
          <pc:sldMk cId="0" sldId="259"/>
        </pc:sldMkLst>
        <pc:spChg chg="del">
          <ac:chgData name="Remona Prabhu" userId="a299ff6db1285559" providerId="LiveId" clId="{28576321-E07C-4020-ACB0-FE05BAFE2898}" dt="2026-01-23T13:14:59.521" v="118" actId="478"/>
          <ac:spMkLst>
            <pc:docMk/>
            <pc:sldMk cId="0" sldId="259"/>
            <ac:spMk id="3" creationId="{00000000-0000-0000-0000-000000000000}"/>
          </ac:spMkLst>
        </pc:spChg>
        <pc:spChg chg="del mod">
          <ac:chgData name="Remona Prabhu" userId="a299ff6db1285559" providerId="LiveId" clId="{28576321-E07C-4020-ACB0-FE05BAFE2898}" dt="2026-01-23T13:14:55.781" v="117" actId="478"/>
          <ac:spMkLst>
            <pc:docMk/>
            <pc:sldMk cId="0" sldId="259"/>
            <ac:spMk id="4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3:17:28.004" v="146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3:16:31.114" v="136" actId="113"/>
          <ac:spMkLst>
            <pc:docMk/>
            <pc:sldMk cId="0" sldId="259"/>
            <ac:spMk id="7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3:16:25.651" v="135" actId="255"/>
          <ac:spMkLst>
            <pc:docMk/>
            <pc:sldMk cId="0" sldId="259"/>
            <ac:spMk id="8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3:16:40.374" v="138" actId="2711"/>
          <ac:spMkLst>
            <pc:docMk/>
            <pc:sldMk cId="0" sldId="259"/>
            <ac:spMk id="10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3:16:50.547" v="140" actId="2711"/>
          <ac:spMkLst>
            <pc:docMk/>
            <pc:sldMk cId="0" sldId="259"/>
            <ac:spMk id="11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3:17:00.269" v="142" actId="113"/>
          <ac:spMkLst>
            <pc:docMk/>
            <pc:sldMk cId="0" sldId="259"/>
            <ac:spMk id="13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3:17:10.125" v="144" actId="255"/>
          <ac:spMkLst>
            <pc:docMk/>
            <pc:sldMk cId="0" sldId="259"/>
            <ac:spMk id="14" creationId="{00000000-0000-0000-0000-000000000000}"/>
          </ac:spMkLst>
        </pc:spChg>
        <pc:picChg chg="mod">
          <ac:chgData name="Remona Prabhu" userId="a299ff6db1285559" providerId="LiveId" clId="{28576321-E07C-4020-ACB0-FE05BAFE2898}" dt="2026-01-23T13:15:20.069" v="122" actId="1076"/>
          <ac:picMkLst>
            <pc:docMk/>
            <pc:sldMk cId="0" sldId="259"/>
            <ac:picMk id="6" creationId="{00000000-0000-0000-0000-000000000000}"/>
          </ac:picMkLst>
        </pc:picChg>
        <pc:picChg chg="mod">
          <ac:chgData name="Remona Prabhu" userId="a299ff6db1285559" providerId="LiveId" clId="{28576321-E07C-4020-ACB0-FE05BAFE2898}" dt="2026-01-23T13:15:22.444" v="123" actId="1076"/>
          <ac:picMkLst>
            <pc:docMk/>
            <pc:sldMk cId="0" sldId="259"/>
            <ac:picMk id="9" creationId="{00000000-0000-0000-0000-000000000000}"/>
          </ac:picMkLst>
        </pc:picChg>
        <pc:picChg chg="mod">
          <ac:chgData name="Remona Prabhu" userId="a299ff6db1285559" providerId="LiveId" clId="{28576321-E07C-4020-ACB0-FE05BAFE2898}" dt="2026-01-23T13:15:25.188" v="124" actId="1076"/>
          <ac:picMkLst>
            <pc:docMk/>
            <pc:sldMk cId="0" sldId="259"/>
            <ac:picMk id="12" creationId="{00000000-0000-0000-0000-000000000000}"/>
          </ac:picMkLst>
        </pc:picChg>
        <pc:picChg chg="mod">
          <ac:chgData name="Remona Prabhu" userId="a299ff6db1285559" providerId="LiveId" clId="{28576321-E07C-4020-ACB0-FE05BAFE2898}" dt="2026-01-23T13:17:23.182" v="145" actId="1076"/>
          <ac:picMkLst>
            <pc:docMk/>
            <pc:sldMk cId="0" sldId="259"/>
            <ac:picMk id="16" creationId="{C29E481F-00FA-0A62-5892-EB4954F63135}"/>
          </ac:picMkLst>
        </pc:picChg>
      </pc:sldChg>
      <pc:sldChg chg="delSp modSp mod">
        <pc:chgData name="Remona Prabhu" userId="a299ff6db1285559" providerId="LiveId" clId="{28576321-E07C-4020-ACB0-FE05BAFE2898}" dt="2026-01-23T15:15:45.148" v="211" actId="255"/>
        <pc:sldMkLst>
          <pc:docMk/>
          <pc:sldMk cId="0" sldId="260"/>
        </pc:sldMkLst>
        <pc:spChg chg="del">
          <ac:chgData name="Remona Prabhu" userId="a299ff6db1285559" providerId="LiveId" clId="{28576321-E07C-4020-ACB0-FE05BAFE2898}" dt="2026-01-23T13:17:33.749" v="147" actId="478"/>
          <ac:spMkLst>
            <pc:docMk/>
            <pc:sldMk cId="0" sldId="260"/>
            <ac:spMk id="2" creationId="{00000000-0000-0000-0000-000000000000}"/>
          </ac:spMkLst>
        </pc:spChg>
        <pc:spChg chg="del">
          <ac:chgData name="Remona Prabhu" userId="a299ff6db1285559" providerId="LiveId" clId="{28576321-E07C-4020-ACB0-FE05BAFE2898}" dt="2026-01-23T13:17:37.615" v="148" actId="478"/>
          <ac:spMkLst>
            <pc:docMk/>
            <pc:sldMk cId="0" sldId="260"/>
            <ac:spMk id="3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3:18:03.532" v="153" actId="255"/>
          <ac:spMkLst>
            <pc:docMk/>
            <pc:sldMk cId="0" sldId="260"/>
            <ac:spMk id="4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3:18:44.571" v="157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3:18:26.132" v="156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3:18:51.716" v="158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14:04.473" v="191" actId="255"/>
          <ac:spMkLst>
            <pc:docMk/>
            <pc:sldMk cId="0" sldId="260"/>
            <ac:spMk id="8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13:58.188" v="190" actId="255"/>
          <ac:spMkLst>
            <pc:docMk/>
            <pc:sldMk cId="0" sldId="260"/>
            <ac:spMk id="9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09:35.711" v="161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10:04.323" v="163" actId="107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10:08.973" v="164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14:14.896" v="194" actId="113"/>
          <ac:spMkLst>
            <pc:docMk/>
            <pc:sldMk cId="0" sldId="260"/>
            <ac:spMk id="13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14:23.606" v="196" actId="255"/>
          <ac:spMkLst>
            <pc:docMk/>
            <pc:sldMk cId="0" sldId="260"/>
            <ac:spMk id="14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13:35.797" v="186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11:13.022" v="169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11:18.316" v="170" actId="107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14:39.298" v="199" actId="113"/>
          <ac:spMkLst>
            <pc:docMk/>
            <pc:sldMk cId="0" sldId="260"/>
            <ac:spMk id="18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14:45.911" v="201" actId="255"/>
          <ac:spMkLst>
            <pc:docMk/>
            <pc:sldMk cId="0" sldId="260"/>
            <ac:spMk id="19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11:53.309" v="173" actId="1076"/>
          <ac:spMkLst>
            <pc:docMk/>
            <pc:sldMk cId="0" sldId="260"/>
            <ac:spMk id="20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12:00.878" v="175" actId="1076"/>
          <ac:spMkLst>
            <pc:docMk/>
            <pc:sldMk cId="0" sldId="260"/>
            <ac:spMk id="21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12:05.590" v="176" actId="1076"/>
          <ac:spMkLst>
            <pc:docMk/>
            <pc:sldMk cId="0" sldId="260"/>
            <ac:spMk id="22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15:05.607" v="204" actId="113"/>
          <ac:spMkLst>
            <pc:docMk/>
            <pc:sldMk cId="0" sldId="260"/>
            <ac:spMk id="23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15:15.137" v="206" actId="255"/>
          <ac:spMkLst>
            <pc:docMk/>
            <pc:sldMk cId="0" sldId="260"/>
            <ac:spMk id="24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12:48.851" v="180" actId="1076"/>
          <ac:spMkLst>
            <pc:docMk/>
            <pc:sldMk cId="0" sldId="260"/>
            <ac:spMk id="25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12:57.628" v="181" actId="1076"/>
          <ac:spMkLst>
            <pc:docMk/>
            <pc:sldMk cId="0" sldId="260"/>
            <ac:spMk id="26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13:04.405" v="182" actId="1076"/>
          <ac:spMkLst>
            <pc:docMk/>
            <pc:sldMk cId="0" sldId="260"/>
            <ac:spMk id="27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15:34.362" v="209" actId="255"/>
          <ac:spMkLst>
            <pc:docMk/>
            <pc:sldMk cId="0" sldId="260"/>
            <ac:spMk id="28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15:45.148" v="211" actId="255"/>
          <ac:spMkLst>
            <pc:docMk/>
            <pc:sldMk cId="0" sldId="260"/>
            <ac:spMk id="29" creationId="{00000000-0000-0000-0000-000000000000}"/>
          </ac:spMkLst>
        </pc:spChg>
      </pc:sldChg>
      <pc:sldChg chg="modSp mod">
        <pc:chgData name="Remona Prabhu" userId="a299ff6db1285559" providerId="LiveId" clId="{28576321-E07C-4020-ACB0-FE05BAFE2898}" dt="2026-01-23T15:18:49.060" v="248" actId="113"/>
        <pc:sldMkLst>
          <pc:docMk/>
          <pc:sldMk cId="0" sldId="261"/>
        </pc:sldMkLst>
        <pc:spChg chg="mod">
          <ac:chgData name="Remona Prabhu" userId="a299ff6db1285559" providerId="LiveId" clId="{28576321-E07C-4020-ACB0-FE05BAFE2898}" dt="2026-01-23T15:16:04.717" v="213" actId="2711"/>
          <ac:spMkLst>
            <pc:docMk/>
            <pc:sldMk cId="0" sldId="261"/>
            <ac:spMk id="3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16:12.646" v="214" actId="1076"/>
          <ac:spMkLst>
            <pc:docMk/>
            <pc:sldMk cId="0" sldId="261"/>
            <ac:spMk id="4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18:40.999" v="245" actId="113"/>
          <ac:spMkLst>
            <pc:docMk/>
            <pc:sldMk cId="0" sldId="261"/>
            <ac:spMk id="5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18:00.096" v="236" actId="2711"/>
          <ac:spMkLst>
            <pc:docMk/>
            <pc:sldMk cId="0" sldId="261"/>
            <ac:spMk id="6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18:46.764" v="247" actId="113"/>
          <ac:spMkLst>
            <pc:docMk/>
            <pc:sldMk cId="0" sldId="261"/>
            <ac:spMk id="8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18:25.337" v="241" actId="2711"/>
          <ac:spMkLst>
            <pc:docMk/>
            <pc:sldMk cId="0" sldId="261"/>
            <ac:spMk id="9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16:44.449" v="219" actId="14100"/>
          <ac:spMkLst>
            <pc:docMk/>
            <pc:sldMk cId="0" sldId="261"/>
            <ac:spMk id="10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18:43.348" v="246" actId="113"/>
          <ac:spMkLst>
            <pc:docMk/>
            <pc:sldMk cId="0" sldId="261"/>
            <ac:spMk id="11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18:07.493" v="238" actId="2711"/>
          <ac:spMkLst>
            <pc:docMk/>
            <pc:sldMk cId="0" sldId="261"/>
            <ac:spMk id="12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16:23.559" v="215" actId="107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18:49.060" v="248" actId="113"/>
          <ac:spMkLst>
            <pc:docMk/>
            <pc:sldMk cId="0" sldId="261"/>
            <ac:spMk id="14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18:34.729" v="244" actId="2711"/>
          <ac:spMkLst>
            <pc:docMk/>
            <pc:sldMk cId="0" sldId="261"/>
            <ac:spMk id="15" creationId="{00000000-0000-0000-0000-000000000000}"/>
          </ac:spMkLst>
        </pc:spChg>
        <pc:picChg chg="mod">
          <ac:chgData name="Remona Prabhu" userId="a299ff6db1285559" providerId="LiveId" clId="{28576321-E07C-4020-ACB0-FE05BAFE2898}" dt="2026-01-23T15:17:00.775" v="224" actId="1076"/>
          <ac:picMkLst>
            <pc:docMk/>
            <pc:sldMk cId="0" sldId="261"/>
            <ac:picMk id="16" creationId="{696530CB-2553-7774-4D0F-D77D9BAA0CA5}"/>
          </ac:picMkLst>
        </pc:picChg>
        <pc:picChg chg="mod">
          <ac:chgData name="Remona Prabhu" userId="a299ff6db1285559" providerId="LiveId" clId="{28576321-E07C-4020-ACB0-FE05BAFE2898}" dt="2026-01-23T15:16:50.131" v="220" actId="1076"/>
          <ac:picMkLst>
            <pc:docMk/>
            <pc:sldMk cId="0" sldId="261"/>
            <ac:picMk id="20" creationId="{95F9397B-797E-589F-F6A7-9AFD6F3719B9}"/>
          </ac:picMkLst>
        </pc:picChg>
        <pc:picChg chg="mod">
          <ac:chgData name="Remona Prabhu" userId="a299ff6db1285559" providerId="LiveId" clId="{28576321-E07C-4020-ACB0-FE05BAFE2898}" dt="2026-01-23T15:17:07.555" v="225" actId="1076"/>
          <ac:picMkLst>
            <pc:docMk/>
            <pc:sldMk cId="0" sldId="261"/>
            <ac:picMk id="25" creationId="{569CE7D5-4168-38C9-7CB5-24E6213171FE}"/>
          </ac:picMkLst>
        </pc:picChg>
      </pc:sldChg>
      <pc:sldChg chg="delSp modSp mod">
        <pc:chgData name="Remona Prabhu" userId="a299ff6db1285559" providerId="LiveId" clId="{28576321-E07C-4020-ACB0-FE05BAFE2898}" dt="2026-01-23T15:25:53.554" v="297" actId="14100"/>
        <pc:sldMkLst>
          <pc:docMk/>
          <pc:sldMk cId="0" sldId="262"/>
        </pc:sldMkLst>
        <pc:spChg chg="del">
          <ac:chgData name="Remona Prabhu" userId="a299ff6db1285559" providerId="LiveId" clId="{28576321-E07C-4020-ACB0-FE05BAFE2898}" dt="2026-01-23T15:19:11.889" v="250" actId="478"/>
          <ac:spMkLst>
            <pc:docMk/>
            <pc:sldMk cId="0" sldId="262"/>
            <ac:spMk id="3" creationId="{00000000-0000-0000-0000-000000000000}"/>
          </ac:spMkLst>
        </pc:spChg>
        <pc:spChg chg="del">
          <ac:chgData name="Remona Prabhu" userId="a299ff6db1285559" providerId="LiveId" clId="{28576321-E07C-4020-ACB0-FE05BAFE2898}" dt="2026-01-23T15:19:13.546" v="251" actId="478"/>
          <ac:spMkLst>
            <pc:docMk/>
            <pc:sldMk cId="0" sldId="262"/>
            <ac:spMk id="4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20:58.247" v="256" actId="14100"/>
          <ac:spMkLst>
            <pc:docMk/>
            <pc:sldMk cId="0" sldId="262"/>
            <ac:spMk id="5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25:53.554" v="297" actId="14100"/>
          <ac:spMkLst>
            <pc:docMk/>
            <pc:sldMk cId="0" sldId="262"/>
            <ac:spMk id="6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22:51.567" v="269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21:13.031" v="257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21:21.727" v="258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23:36.960" v="275" actId="113"/>
          <ac:spMkLst>
            <pc:docMk/>
            <pc:sldMk cId="0" sldId="262"/>
            <ac:spMk id="10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23:42.720" v="276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22:55.815" v="270" actId="107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21:51.191" v="260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21:55.664" v="261" actId="107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24:51.398" v="288" actId="113"/>
          <ac:spMkLst>
            <pc:docMk/>
            <pc:sldMk cId="0" sldId="262"/>
            <ac:spMk id="15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24:56.138" v="289" actId="2711"/>
          <ac:spMkLst>
            <pc:docMk/>
            <pc:sldMk cId="0" sldId="262"/>
            <ac:spMk id="16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23:06.318" v="271" actId="107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22:34.862" v="267" actId="107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22:41.151" v="268" actId="107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25:05.788" v="291" actId="2711"/>
          <ac:spMkLst>
            <pc:docMk/>
            <pc:sldMk cId="0" sldId="262"/>
            <ac:spMk id="20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25:11.325" v="292" actId="2711"/>
          <ac:spMkLst>
            <pc:docMk/>
            <pc:sldMk cId="0" sldId="262"/>
            <ac:spMk id="21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23:14.625" v="272" actId="1076"/>
          <ac:spMkLst>
            <pc:docMk/>
            <pc:sldMk cId="0" sldId="262"/>
            <ac:spMk id="22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22:21.870" v="265" actId="1076"/>
          <ac:spMkLst>
            <pc:docMk/>
            <pc:sldMk cId="0" sldId="262"/>
            <ac:spMk id="23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22:26.761" v="266" actId="1076"/>
          <ac:spMkLst>
            <pc:docMk/>
            <pc:sldMk cId="0" sldId="262"/>
            <ac:spMk id="24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25:19.607" v="294" actId="113"/>
          <ac:spMkLst>
            <pc:docMk/>
            <pc:sldMk cId="0" sldId="262"/>
            <ac:spMk id="25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25:23.676" v="295" actId="2711"/>
          <ac:spMkLst>
            <pc:docMk/>
            <pc:sldMk cId="0" sldId="262"/>
            <ac:spMk id="26" creationId="{00000000-0000-0000-0000-000000000000}"/>
          </ac:spMkLst>
        </pc:spChg>
        <pc:picChg chg="mod">
          <ac:chgData name="Remona Prabhu" userId="a299ff6db1285559" providerId="LiveId" clId="{28576321-E07C-4020-ACB0-FE05BAFE2898}" dt="2026-01-23T15:19:01.133" v="249" actId="14100"/>
          <ac:picMkLst>
            <pc:docMk/>
            <pc:sldMk cId="0" sldId="262"/>
            <ac:picMk id="28" creationId="{17EA1A89-A1E3-8C52-9ADF-C38B8694147E}"/>
          </ac:picMkLst>
        </pc:picChg>
      </pc:sldChg>
      <pc:sldChg chg="addSp delSp modSp mod">
        <pc:chgData name="Remona Prabhu" userId="a299ff6db1285559" providerId="LiveId" clId="{28576321-E07C-4020-ACB0-FE05BAFE2898}" dt="2026-01-23T15:32:41.358" v="355" actId="14100"/>
        <pc:sldMkLst>
          <pc:docMk/>
          <pc:sldMk cId="0" sldId="263"/>
        </pc:sldMkLst>
        <pc:spChg chg="del">
          <ac:chgData name="Remona Prabhu" userId="a299ff6db1285559" providerId="LiveId" clId="{28576321-E07C-4020-ACB0-FE05BAFE2898}" dt="2026-01-23T15:26:11.379" v="301" actId="478"/>
          <ac:spMkLst>
            <pc:docMk/>
            <pc:sldMk cId="0" sldId="263"/>
            <ac:spMk id="2" creationId="{00000000-0000-0000-0000-000000000000}"/>
          </ac:spMkLst>
        </pc:spChg>
        <pc:spChg chg="del mod">
          <ac:chgData name="Remona Prabhu" userId="a299ff6db1285559" providerId="LiveId" clId="{28576321-E07C-4020-ACB0-FE05BAFE2898}" dt="2026-01-23T15:26:10.384" v="300" actId="478"/>
          <ac:spMkLst>
            <pc:docMk/>
            <pc:sldMk cId="0" sldId="263"/>
            <ac:spMk id="3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26:48.455" v="312" actId="113"/>
          <ac:spMkLst>
            <pc:docMk/>
            <pc:sldMk cId="0" sldId="263"/>
            <ac:spMk id="4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27:12.686" v="314" actId="1076"/>
          <ac:spMkLst>
            <pc:docMk/>
            <pc:sldMk cId="0" sldId="263"/>
            <ac:spMk id="5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27:02.878" v="313" actId="1076"/>
          <ac:spMkLst>
            <pc:docMk/>
            <pc:sldMk cId="0" sldId="263"/>
            <ac:spMk id="6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29:30.007" v="331" actId="255"/>
          <ac:spMkLst>
            <pc:docMk/>
            <pc:sldMk cId="0" sldId="263"/>
            <ac:spMk id="8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29:43.349" v="333" actId="14100"/>
          <ac:spMkLst>
            <pc:docMk/>
            <pc:sldMk cId="0" sldId="263"/>
            <ac:spMk id="9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28:00.269" v="319" actId="107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27:51.809" v="318" actId="107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30:05.195" v="337" actId="255"/>
          <ac:spMkLst>
            <pc:docMk/>
            <pc:sldMk cId="0" sldId="263"/>
            <ac:spMk id="13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30:19.596" v="340" actId="14100"/>
          <ac:spMkLst>
            <pc:docMk/>
            <pc:sldMk cId="0" sldId="263"/>
            <ac:spMk id="14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28:49.346" v="324" actId="1076"/>
          <ac:spMkLst>
            <pc:docMk/>
            <pc:sldMk cId="0" sldId="263"/>
            <ac:spMk id="15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28:40.043" v="323" actId="1076"/>
          <ac:spMkLst>
            <pc:docMk/>
            <pc:sldMk cId="0" sldId="263"/>
            <ac:spMk id="16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30:32.538" v="343" actId="255"/>
          <ac:spMkLst>
            <pc:docMk/>
            <pc:sldMk cId="0" sldId="263"/>
            <ac:spMk id="18" creationId="{00000000-0000-0000-0000-000000000000}"/>
          </ac:spMkLst>
        </pc:spChg>
        <pc:spChg chg="mod">
          <ac:chgData name="Remona Prabhu" userId="a299ff6db1285559" providerId="LiveId" clId="{28576321-E07C-4020-ACB0-FE05BAFE2898}" dt="2026-01-23T15:30:45.341" v="346" actId="14100"/>
          <ac:spMkLst>
            <pc:docMk/>
            <pc:sldMk cId="0" sldId="263"/>
            <ac:spMk id="19" creationId="{00000000-0000-0000-0000-000000000000}"/>
          </ac:spMkLst>
        </pc:spChg>
        <pc:picChg chg="mod">
          <ac:chgData name="Remona Prabhu" userId="a299ff6db1285559" providerId="LiveId" clId="{28576321-E07C-4020-ACB0-FE05BAFE2898}" dt="2026-01-23T15:27:20.656" v="315" actId="1076"/>
          <ac:picMkLst>
            <pc:docMk/>
            <pc:sldMk cId="0" sldId="263"/>
            <ac:picMk id="7" creationId="{00000000-0000-0000-0000-000000000000}"/>
          </ac:picMkLst>
        </pc:picChg>
        <pc:picChg chg="mod">
          <ac:chgData name="Remona Prabhu" userId="a299ff6db1285559" providerId="LiveId" clId="{28576321-E07C-4020-ACB0-FE05BAFE2898}" dt="2026-01-23T15:28:05.083" v="320" actId="1076"/>
          <ac:picMkLst>
            <pc:docMk/>
            <pc:sldMk cId="0" sldId="263"/>
            <ac:picMk id="12" creationId="{00000000-0000-0000-0000-000000000000}"/>
          </ac:picMkLst>
        </pc:picChg>
        <pc:picChg chg="mod">
          <ac:chgData name="Remona Prabhu" userId="a299ff6db1285559" providerId="LiveId" clId="{28576321-E07C-4020-ACB0-FE05BAFE2898}" dt="2026-01-23T15:28:55.399" v="325" actId="1076"/>
          <ac:picMkLst>
            <pc:docMk/>
            <pc:sldMk cId="0" sldId="263"/>
            <ac:picMk id="17" creationId="{00000000-0000-0000-0000-000000000000}"/>
          </ac:picMkLst>
        </pc:picChg>
        <pc:picChg chg="del mod">
          <ac:chgData name="Remona Prabhu" userId="a299ff6db1285559" providerId="LiveId" clId="{28576321-E07C-4020-ACB0-FE05BAFE2898}" dt="2026-01-23T15:30:55.228" v="347" actId="478"/>
          <ac:picMkLst>
            <pc:docMk/>
            <pc:sldMk cId="0" sldId="263"/>
            <ac:picMk id="21" creationId="{B2A6E896-1873-1105-2661-358C2EE9E895}"/>
          </ac:picMkLst>
        </pc:picChg>
        <pc:picChg chg="add mod">
          <ac:chgData name="Remona Prabhu" userId="a299ff6db1285559" providerId="LiveId" clId="{28576321-E07C-4020-ACB0-FE05BAFE2898}" dt="2026-01-23T15:32:41.358" v="355" actId="14100"/>
          <ac:picMkLst>
            <pc:docMk/>
            <pc:sldMk cId="0" sldId="263"/>
            <ac:picMk id="22" creationId="{25F29A1A-F2E0-0542-7B06-85EAC6DB9478}"/>
          </ac:picMkLst>
        </pc:picChg>
      </pc:sldChg>
      <pc:sldChg chg="modSp mod">
        <pc:chgData name="Remona Prabhu" userId="a299ff6db1285559" providerId="LiveId" clId="{28576321-E07C-4020-ACB0-FE05BAFE2898}" dt="2026-01-23T15:33:28.853" v="361" actId="1076"/>
        <pc:sldMkLst>
          <pc:docMk/>
          <pc:sldMk cId="0" sldId="264"/>
        </pc:sldMkLst>
        <pc:spChg chg="mod">
          <ac:chgData name="Remona Prabhu" userId="a299ff6db1285559" providerId="LiveId" clId="{28576321-E07C-4020-ACB0-FE05BAFE2898}" dt="2026-01-23T15:33:28.853" v="361" actId="1076"/>
          <ac:spMkLst>
            <pc:docMk/>
            <pc:sldMk cId="0" sldId="264"/>
            <ac:spMk id="2" creationId="{FE9B13CA-A8A9-70D0-D0D6-C77E7B32F64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6961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01335" y="962758"/>
            <a:ext cx="10364488" cy="3049717"/>
          </a:xfrm>
        </p:spPr>
        <p:txBody>
          <a:bodyPr bIns="0" anchor="b">
            <a:normAutofit/>
          </a:bodyPr>
          <a:lstStyle>
            <a:lvl1pPr algn="l">
              <a:defRPr sz="7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01336" y="4237446"/>
            <a:ext cx="10364486" cy="117314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2160" b="0" cap="all" baseline="0">
                <a:solidFill>
                  <a:schemeClr val="tx1"/>
                </a:solidFill>
              </a:defRPr>
            </a:lvl1pPr>
            <a:lvl2pPr marL="548640" indent="0" algn="ctr">
              <a:buNone/>
              <a:defRPr sz="216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FFB9B-9FB8-469E-96F9-4D32314110B6}" type="datetimeFigureOut">
              <a:rPr lang="en-US" smtClean="0"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9801" y="395169"/>
            <a:ext cx="5968698" cy="37104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5197" y="958767"/>
            <a:ext cx="973223" cy="60429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901336" y="4234250"/>
            <a:ext cx="1036448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767298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BB1C6-BF8F-4481-8AB2-603A1C8A906A}" type="datetimeFigureOut">
              <a:rPr lang="en-US" smtClean="0"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274953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5087" y="2107356"/>
            <a:ext cx="10371785" cy="2265540"/>
          </a:xfrm>
        </p:spPr>
        <p:txBody>
          <a:bodyPr anchor="b">
            <a:normAutofit/>
          </a:bodyPr>
          <a:lstStyle>
            <a:lvl1pPr algn="l">
              <a:defRPr sz="4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45087" y="4567435"/>
            <a:ext cx="10356535" cy="1215515"/>
          </a:xfrm>
        </p:spPr>
        <p:txBody>
          <a:bodyPr tIns="91440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47CF-67C9-420C-80A5-E2069FF0C2DF}" type="datetimeFigureOut">
              <a:rPr lang="en-US" smtClean="0"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45087" y="4565982"/>
            <a:ext cx="103565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16375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9061" y="965867"/>
            <a:ext cx="11526762" cy="12711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6797" y="2413054"/>
            <a:ext cx="5574182" cy="41383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96525" y="2420812"/>
            <a:ext cx="5574182" cy="41298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BB1C6-BF8F-4481-8AB2-603A1C8A906A}" type="datetimeFigureOut">
              <a:rPr lang="en-US" smtClean="0"/>
              <a:t>1/23/2026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877650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6630" y="964996"/>
            <a:ext cx="11529193" cy="126758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6629" y="2423459"/>
            <a:ext cx="5574182" cy="9623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640" b="0" cap="all" baseline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6629" y="3389124"/>
            <a:ext cx="5574182" cy="31733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94835" y="2427604"/>
            <a:ext cx="5574182" cy="96268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640" b="0" cap="all" baseline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94835" y="3385790"/>
            <a:ext cx="5574182" cy="31648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BB1C6-BF8F-4481-8AB2-603A1C8A906A}" type="datetimeFigureOut">
              <a:rPr lang="en-US" smtClean="0"/>
              <a:t>1/23/2026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893175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649AC-CB8F-4FF1-9A34-5861C74DD0A7}" type="datetimeFigureOut">
              <a:rPr lang="en-US" smtClean="0"/>
              <a:t>1/23/2026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299531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5CECA-2D3A-4680-9B49-752200DE467C}" type="datetimeFigureOut">
              <a:rPr lang="en-US" smtClean="0"/>
              <a:t>1/23/2026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55876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606" y="958768"/>
            <a:ext cx="3927719" cy="2696540"/>
          </a:xfrm>
        </p:spPr>
        <p:txBody>
          <a:bodyPr anchor="b">
            <a:normAutofit/>
          </a:bodyPr>
          <a:lstStyle>
            <a:lvl1pPr algn="l"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2457" y="958769"/>
            <a:ext cx="7214964" cy="559059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3606" y="3846590"/>
            <a:ext cx="3930016" cy="2697817"/>
          </a:xfrm>
        </p:spPr>
        <p:txBody>
          <a:bodyPr/>
          <a:lstStyle>
            <a:lvl1pPr marL="0" indent="0" algn="l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BB1C6-BF8F-4481-8AB2-603A1C8A906A}" type="datetimeFigureOut">
              <a:rPr lang="en-US" smtClean="0"/>
              <a:t>1/23/2026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737936" y="3846589"/>
            <a:ext cx="392338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117775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8972865" y="578605"/>
            <a:ext cx="4889440" cy="617892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1447" y="1355416"/>
            <a:ext cx="6638794" cy="2196701"/>
          </a:xfrm>
        </p:spPr>
        <p:txBody>
          <a:bodyPr anchor="b">
            <a:normAutofit/>
          </a:bodyPr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49268" y="1347051"/>
            <a:ext cx="3349405" cy="4639592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40395" y="3775191"/>
            <a:ext cx="6629285" cy="2404490"/>
          </a:xfrm>
        </p:spPr>
        <p:txBody>
          <a:bodyPr>
            <a:normAutofit/>
          </a:bodyPr>
          <a:lstStyle>
            <a:lvl1pPr marL="0" indent="0" algn="l">
              <a:buNone/>
              <a:defRPr sz="216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736859" y="6563828"/>
            <a:ext cx="6632821" cy="384148"/>
          </a:xfrm>
        </p:spPr>
        <p:txBody>
          <a:bodyPr/>
          <a:lstStyle>
            <a:lvl1pPr algn="l">
              <a:defRPr/>
            </a:lvl1pPr>
          </a:lstStyle>
          <a:p>
            <a:fld id="{12EF78E3-FDA3-4D28-AAA2-0B81F349A39D}" type="datetimeFigureOut">
              <a:rPr lang="en-US" smtClean="0"/>
              <a:t>1/23/2026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36858" y="382369"/>
            <a:ext cx="6649205" cy="38511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36859" y="3772326"/>
            <a:ext cx="663282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983496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BB1C6-BF8F-4481-8AB2-603A1C8A906A}" type="datetimeFigureOut">
              <a:rPr lang="en-US" smtClean="0"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325226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26933" y="958768"/>
            <a:ext cx="1938890" cy="559186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3606" y="958768"/>
            <a:ext cx="9394596" cy="559186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BB1C6-BF8F-4481-8AB2-603A1C8A906A}" type="datetimeFigureOut">
              <a:rPr lang="en-US" smtClean="0"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1326933" y="958768"/>
            <a:ext cx="0" cy="559186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708863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99570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60486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65718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53134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84873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18085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8625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251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423372"/>
            <a:ext cx="14630400" cy="49271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351776"/>
            <a:ext cx="14630400" cy="89154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41895" y="965423"/>
            <a:ext cx="11523930" cy="12590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41895" y="2418879"/>
            <a:ext cx="11523930" cy="4140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64966" y="396445"/>
            <a:ext cx="4200858" cy="371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BB1C6-BF8F-4481-8AB2-603A1C8A906A}" type="datetimeFigureOut">
              <a:rPr lang="en-US" smtClean="0"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41895" y="395169"/>
            <a:ext cx="7126603" cy="371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6073" y="958767"/>
            <a:ext cx="973223" cy="60429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336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7354096"/>
            <a:ext cx="146304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613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  <p:sldLayoutId id="2147483878" r:id="rId6"/>
    <p:sldLayoutId id="2147483879" r:id="rId7"/>
    <p:sldLayoutId id="2147483880" r:id="rId8"/>
    <p:sldLayoutId id="2147483881" r:id="rId9"/>
    <p:sldLayoutId id="2147483882" r:id="rId10"/>
    <p:sldLayoutId id="2147483883" r:id="rId11"/>
    <p:sldLayoutId id="2147483884" r:id="rId12"/>
    <p:sldLayoutId id="2147483885" r:id="rId13"/>
    <p:sldLayoutId id="2147483886" r:id="rId14"/>
    <p:sldLayoutId id="2147483887" r:id="rId15"/>
    <p:sldLayoutId id="2147483888" r:id="rId16"/>
    <p:sldLayoutId id="2147483889" r:id="rId17"/>
    <p:sldLayoutId id="2147483890" r:id="rId18"/>
    <p:sldLayoutId id="2147483891" r:id="rId19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384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120000"/>
        </a:lnSpc>
        <a:spcBef>
          <a:spcPts val="12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16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92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8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60821" y="1264438"/>
            <a:ext cx="123123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6000" b="1" dirty="0">
                <a:solidFill>
                  <a:srgbClr val="403011"/>
                </a:solidFill>
                <a:latin typeface="Algerian" panose="04020705040A02060702" pitchFamily="82" charset="0"/>
                <a:ea typeface="Brygada 1918 Semi Bold" pitchFamily="34" charset="-122"/>
                <a:cs typeface="Brygada 1918 Semi Bold" pitchFamily="34" charset="-120"/>
              </a:rPr>
              <a:t>Career Trajectories Analysis</a:t>
            </a:r>
            <a:endParaRPr lang="en-US" sz="6000" b="1" dirty="0">
              <a:latin typeface="Algerian" panose="04020705040A02060702" pitchFamily="8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019959" y="2651506"/>
            <a:ext cx="1140076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000" dirty="0">
                <a:solidFill>
                  <a:srgbClr val="403011"/>
                </a:solidFill>
                <a:latin typeface="Amasis MT Pro" panose="02040504050005020304" pitchFamily="18" charset="0"/>
                <a:ea typeface="Brygada 1918" pitchFamily="34" charset="-122"/>
                <a:cs typeface="Brygada 1918" pitchFamily="34" charset="-120"/>
              </a:rPr>
              <a:t>Exploring salary patterns and experience across global industries through comprehensive data analysis</a:t>
            </a:r>
            <a:endParaRPr lang="en-US" sz="3000" dirty="0">
              <a:latin typeface="Amasis MT Pro" panose="020405040500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D0C121-D4BF-94CB-8A34-938254691E41}"/>
              </a:ext>
            </a:extLst>
          </p:cNvPr>
          <p:cNvSpPr txBox="1"/>
          <p:nvPr/>
        </p:nvSpPr>
        <p:spPr>
          <a:xfrm>
            <a:off x="405142" y="4564505"/>
            <a:ext cx="73152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000000"/>
                </a:solidFill>
                <a:latin typeface="Algerian" panose="04020705040A02060702" pitchFamily="82" charset="0"/>
                <a:sym typeface="DM Sans"/>
              </a:rPr>
              <a:t>Name</a:t>
            </a:r>
            <a:r>
              <a:rPr lang="en-US" sz="3000" dirty="0">
                <a:solidFill>
                  <a:srgbClr val="000000"/>
                </a:solidFill>
                <a:latin typeface="Algerian" panose="04020705040A02060702" pitchFamily="82" charset="0"/>
                <a:sym typeface="DM Sans"/>
              </a:rPr>
              <a:t>: REONA P</a:t>
            </a:r>
          </a:p>
          <a:p>
            <a:endParaRPr lang="en-US" sz="3000" dirty="0">
              <a:solidFill>
                <a:srgbClr val="000000"/>
              </a:solidFill>
              <a:latin typeface="Algerian" panose="04020705040A02060702" pitchFamily="82" charset="0"/>
              <a:sym typeface="DM Sans"/>
            </a:endParaRPr>
          </a:p>
          <a:p>
            <a:r>
              <a:rPr lang="en-US" sz="3000" b="1" dirty="0">
                <a:solidFill>
                  <a:srgbClr val="000000"/>
                </a:solidFill>
                <a:latin typeface="Algerian" panose="04020705040A02060702" pitchFamily="82" charset="0"/>
                <a:sym typeface="DM Sans"/>
              </a:rPr>
              <a:t>Batch: </a:t>
            </a:r>
            <a:r>
              <a:rPr lang="en-US" sz="3000" dirty="0">
                <a:solidFill>
                  <a:srgbClr val="000000"/>
                </a:solidFill>
                <a:latin typeface="Algerian" panose="04020705040A02060702" pitchFamily="82" charset="0"/>
                <a:sym typeface="DM Sans"/>
              </a:rPr>
              <a:t>AUGUEST-2025</a:t>
            </a:r>
          </a:p>
          <a:p>
            <a:endParaRPr lang="en-IN" sz="3000" dirty="0">
              <a:solidFill>
                <a:srgbClr val="000000"/>
              </a:solidFill>
              <a:latin typeface="Algerian" panose="04020705040A02060702" pitchFamily="82" charset="0"/>
              <a:sym typeface="DM Sans"/>
            </a:endParaRPr>
          </a:p>
          <a:p>
            <a:r>
              <a:rPr lang="en-IN" sz="3000" b="1" dirty="0">
                <a:solidFill>
                  <a:srgbClr val="000000"/>
                </a:solidFill>
                <a:latin typeface="Algerian" panose="04020705040A02060702" pitchFamily="82" charset="0"/>
                <a:sym typeface="DM Sans"/>
              </a:rPr>
              <a:t>DATE</a:t>
            </a:r>
            <a:r>
              <a:rPr lang="en-IN" sz="3000" dirty="0">
                <a:solidFill>
                  <a:srgbClr val="000000"/>
                </a:solidFill>
                <a:latin typeface="Algerian" panose="04020705040A02060702" pitchFamily="82" charset="0"/>
                <a:sym typeface="DM Sans"/>
              </a:rPr>
              <a:t>:  23-01-2026</a:t>
            </a:r>
            <a:endParaRPr lang="en-US" sz="3000" dirty="0">
              <a:solidFill>
                <a:srgbClr val="000000"/>
              </a:solidFill>
              <a:latin typeface="Algerian" panose="04020705040A02060702" pitchFamily="82" charset="0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13503" y="382689"/>
            <a:ext cx="3916966" cy="947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4000" b="1" dirty="0">
                <a:solidFill>
                  <a:srgbClr val="403011"/>
                </a:solidFill>
                <a:latin typeface="Algerian" panose="04020705040A02060702" pitchFamily="82" charset="0"/>
                <a:ea typeface="Brygada 1918" pitchFamily="34" charset="-122"/>
                <a:cs typeface="Brygada 1918" pitchFamily="34" charset="-120"/>
              </a:rPr>
              <a:t>PROJECT OVERVIEW</a:t>
            </a:r>
            <a:endParaRPr lang="en-US" sz="4000" b="1" dirty="0">
              <a:latin typeface="Algerian" panose="04020705040A02060702" pitchFamily="82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281FE42-2D1B-D663-D52E-A6A81F1D798C}"/>
              </a:ext>
            </a:extLst>
          </p:cNvPr>
          <p:cNvGrpSpPr/>
          <p:nvPr/>
        </p:nvGrpSpPr>
        <p:grpSpPr>
          <a:xfrm>
            <a:off x="413503" y="728542"/>
            <a:ext cx="10252405" cy="6578016"/>
            <a:chOff x="6061829" y="985717"/>
            <a:chExt cx="7993142" cy="6659524"/>
          </a:xfrm>
        </p:grpSpPr>
        <p:sp>
          <p:nvSpPr>
            <p:cNvPr id="13" name="Text 7"/>
            <p:cNvSpPr/>
            <p:nvPr/>
          </p:nvSpPr>
          <p:spPr>
            <a:xfrm>
              <a:off x="6061829" y="5463183"/>
              <a:ext cx="2055138" cy="2568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00"/>
                </a:lnSpc>
                <a:buNone/>
              </a:pPr>
              <a:r>
                <a:rPr lang="en-US" sz="2000" dirty="0">
                  <a:solidFill>
                    <a:srgbClr val="403011"/>
                  </a:solidFill>
                  <a:latin typeface="Amasis MT Pro" panose="02040504050005020304" pitchFamily="18" charset="0"/>
                  <a:ea typeface="Brygada 1918 Semi Bold" pitchFamily="34" charset="-122"/>
                  <a:cs typeface="Brygada 1918 Semi Bold" pitchFamily="34" charset="-120"/>
                </a:rPr>
                <a:t>Compensation</a:t>
              </a:r>
              <a:endParaRPr lang="en-US" sz="2000" dirty="0">
                <a:latin typeface="Amasis MT Pro" panose="02040504050005020304" pitchFamily="18" charset="0"/>
              </a:endParaRPr>
            </a:p>
          </p:txBody>
        </p:sp>
        <p:sp>
          <p:nvSpPr>
            <p:cNvPr id="14" name="Text 8"/>
            <p:cNvSpPr/>
            <p:nvPr/>
          </p:nvSpPr>
          <p:spPr>
            <a:xfrm>
              <a:off x="6061829" y="5818584"/>
              <a:ext cx="7993142" cy="26300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2000" dirty="0">
                  <a:solidFill>
                    <a:srgbClr val="403011"/>
                  </a:solidFill>
                  <a:latin typeface="Amasis MT Pro" panose="02040504050005020304" pitchFamily="18" charset="0"/>
                  <a:ea typeface="Brygada 1918" pitchFamily="34" charset="-122"/>
                  <a:cs typeface="Brygada 1918" pitchFamily="34" charset="-120"/>
                </a:rPr>
                <a:t>Annual salary, additional monetary compensation, and currency information</a:t>
              </a:r>
              <a:endParaRPr lang="en-US" sz="2000" dirty="0">
                <a:latin typeface="Amasis MT Pro" panose="02040504050005020304" pitchFamily="18" charset="0"/>
              </a:endParaRPr>
            </a:p>
          </p:txBody>
        </p:sp>
        <p:pic>
          <p:nvPicPr>
            <p:cNvPr id="15" name="Image 4" descr="preencoded.png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061829" y="6410325"/>
              <a:ext cx="411004" cy="411004"/>
            </a:xfrm>
            <a:prstGeom prst="rect">
              <a:avLst/>
            </a:prstGeom>
          </p:spPr>
        </p:pic>
        <p:sp>
          <p:nvSpPr>
            <p:cNvPr id="16" name="Text 9"/>
            <p:cNvSpPr/>
            <p:nvPr/>
          </p:nvSpPr>
          <p:spPr>
            <a:xfrm>
              <a:off x="6061829" y="7026831"/>
              <a:ext cx="2055138" cy="2568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00"/>
                </a:lnSpc>
                <a:buNone/>
              </a:pPr>
              <a:r>
                <a:rPr lang="en-US" sz="2000" dirty="0">
                  <a:solidFill>
                    <a:srgbClr val="403011"/>
                  </a:solidFill>
                  <a:latin typeface="Amasis MT Pro" panose="02040504050005020304" pitchFamily="18" charset="0"/>
                  <a:ea typeface="Brygada 1918 Semi Bold" pitchFamily="34" charset="-122"/>
                  <a:cs typeface="Brygada 1918 Semi Bold" pitchFamily="34" charset="-120"/>
                </a:rPr>
                <a:t>Education</a:t>
              </a:r>
              <a:endParaRPr lang="en-US" sz="2000" dirty="0">
                <a:latin typeface="Amasis MT Pro" panose="02040504050005020304" pitchFamily="18" charset="0"/>
              </a:endParaRPr>
            </a:p>
          </p:txBody>
        </p:sp>
        <p:sp>
          <p:nvSpPr>
            <p:cNvPr id="17" name="Text 10"/>
            <p:cNvSpPr/>
            <p:nvPr/>
          </p:nvSpPr>
          <p:spPr>
            <a:xfrm>
              <a:off x="6061829" y="7382232"/>
              <a:ext cx="7993142" cy="26300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2000" dirty="0">
                  <a:solidFill>
                    <a:srgbClr val="403011"/>
                  </a:solidFill>
                  <a:latin typeface="Amasis MT Pro" panose="02040504050005020304" pitchFamily="18" charset="0"/>
                  <a:ea typeface="Brygada 1918" pitchFamily="34" charset="-122"/>
                  <a:cs typeface="Brygada 1918" pitchFamily="34" charset="-120"/>
                </a:rPr>
                <a:t>Highest level of education completed by each individual</a:t>
              </a:r>
              <a:endParaRPr lang="en-US" sz="2000" dirty="0">
                <a:latin typeface="Amasis MT Pro" panose="02040504050005020304" pitchFamily="18" charset="0"/>
              </a:endParaRPr>
            </a:p>
          </p:txBody>
        </p:sp>
        <p:sp>
          <p:nvSpPr>
            <p:cNvPr id="19" name="Text 2">
              <a:extLst>
                <a:ext uri="{FF2B5EF4-FFF2-40B4-BE49-F238E27FC236}">
                  <a16:creationId xmlns:a16="http://schemas.microsoft.com/office/drawing/2014/main" id="{495F70D0-31D1-392C-C011-24BC387C8C60}"/>
                </a:ext>
              </a:extLst>
            </p:cNvPr>
            <p:cNvSpPr/>
            <p:nvPr/>
          </p:nvSpPr>
          <p:spPr>
            <a:xfrm>
              <a:off x="6061829" y="985717"/>
              <a:ext cx="5241965" cy="5137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4000"/>
                </a:lnSpc>
                <a:buNone/>
              </a:pPr>
              <a:r>
                <a:rPr lang="en-US" sz="3200" b="1" dirty="0">
                  <a:solidFill>
                    <a:srgbClr val="403011"/>
                  </a:solidFill>
                  <a:latin typeface="Algerian" panose="04020705040A02060702" pitchFamily="82" charset="0"/>
                  <a:ea typeface="Brygada 1918 Semi Bold" pitchFamily="34" charset="-122"/>
                  <a:cs typeface="Brygada 1918 Semi Bold" pitchFamily="34" charset="-120"/>
                </a:rPr>
                <a:t>Understanding the Dataset</a:t>
              </a:r>
              <a:endParaRPr lang="en-US" sz="3200" b="1" dirty="0">
                <a:latin typeface="Algerian" panose="04020705040A02060702" pitchFamily="82" charset="0"/>
              </a:endParaRPr>
            </a:p>
          </p:txBody>
        </p:sp>
        <p:pic>
          <p:nvPicPr>
            <p:cNvPr id="20" name="Image 1" descr="preencoded.png">
              <a:extLst>
                <a:ext uri="{FF2B5EF4-FFF2-40B4-BE49-F238E27FC236}">
                  <a16:creationId xmlns:a16="http://schemas.microsoft.com/office/drawing/2014/main" id="{3CE02A63-2B39-48E3-5246-7D1C358705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061829" y="1746051"/>
              <a:ext cx="411004" cy="411004"/>
            </a:xfrm>
            <a:prstGeom prst="rect">
              <a:avLst/>
            </a:prstGeom>
          </p:spPr>
        </p:pic>
        <p:sp>
          <p:nvSpPr>
            <p:cNvPr id="21" name="Text 3">
              <a:extLst>
                <a:ext uri="{FF2B5EF4-FFF2-40B4-BE49-F238E27FC236}">
                  <a16:creationId xmlns:a16="http://schemas.microsoft.com/office/drawing/2014/main" id="{05B194F3-13F5-8068-AFE3-5AAB4164F736}"/>
                </a:ext>
              </a:extLst>
            </p:cNvPr>
            <p:cNvSpPr/>
            <p:nvPr/>
          </p:nvSpPr>
          <p:spPr>
            <a:xfrm>
              <a:off x="6061829" y="2362556"/>
              <a:ext cx="2055138" cy="2568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00"/>
                </a:lnSpc>
                <a:buNone/>
              </a:pPr>
              <a:r>
                <a:rPr lang="en-US" sz="2000" dirty="0">
                  <a:solidFill>
                    <a:srgbClr val="403011"/>
                  </a:solidFill>
                  <a:latin typeface="Amasis MT Pro" panose="02040504050005020304" pitchFamily="18" charset="0"/>
                  <a:ea typeface="Brygada 1918 Semi Bold" pitchFamily="34" charset="-122"/>
                  <a:cs typeface="Brygada 1918 Semi Bold" pitchFamily="34" charset="-120"/>
                </a:rPr>
                <a:t>Demographics</a:t>
              </a:r>
              <a:endParaRPr lang="en-US" sz="2000" dirty="0">
                <a:latin typeface="Amasis MT Pro" panose="02040504050005020304" pitchFamily="18" charset="0"/>
              </a:endParaRPr>
            </a:p>
          </p:txBody>
        </p:sp>
        <p:sp>
          <p:nvSpPr>
            <p:cNvPr id="22" name="Text 4">
              <a:extLst>
                <a:ext uri="{FF2B5EF4-FFF2-40B4-BE49-F238E27FC236}">
                  <a16:creationId xmlns:a16="http://schemas.microsoft.com/office/drawing/2014/main" id="{EE0B0C08-A5D2-5868-1EA3-C707BCB67DDA}"/>
                </a:ext>
              </a:extLst>
            </p:cNvPr>
            <p:cNvSpPr/>
            <p:nvPr/>
          </p:nvSpPr>
          <p:spPr>
            <a:xfrm>
              <a:off x="6061829" y="2717958"/>
              <a:ext cx="7993142" cy="26300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2000" dirty="0">
                  <a:solidFill>
                    <a:srgbClr val="403011"/>
                  </a:solidFill>
                  <a:latin typeface="Amasis MT Pro" panose="02040504050005020304" pitchFamily="18" charset="0"/>
                  <a:ea typeface="Brygada 1918" pitchFamily="34" charset="-122"/>
                  <a:cs typeface="Brygada 1918" pitchFamily="34" charset="-120"/>
                </a:rPr>
                <a:t>Age range, gender, and location data across countries, states, and cities</a:t>
              </a:r>
              <a:endParaRPr lang="en-US" sz="2000" dirty="0">
                <a:latin typeface="Amasis MT Pro" panose="02040504050005020304" pitchFamily="18" charset="0"/>
              </a:endParaRPr>
            </a:p>
          </p:txBody>
        </p:sp>
        <p:pic>
          <p:nvPicPr>
            <p:cNvPr id="23" name="Image 2" descr="preencoded.png">
              <a:extLst>
                <a:ext uri="{FF2B5EF4-FFF2-40B4-BE49-F238E27FC236}">
                  <a16:creationId xmlns:a16="http://schemas.microsoft.com/office/drawing/2014/main" id="{764F9C49-E000-A372-AF1A-B2376B607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061829" y="3309698"/>
              <a:ext cx="411004" cy="411004"/>
            </a:xfrm>
            <a:prstGeom prst="rect">
              <a:avLst/>
            </a:prstGeom>
          </p:spPr>
        </p:pic>
        <p:sp>
          <p:nvSpPr>
            <p:cNvPr id="24" name="Text 5">
              <a:extLst>
                <a:ext uri="{FF2B5EF4-FFF2-40B4-BE49-F238E27FC236}">
                  <a16:creationId xmlns:a16="http://schemas.microsoft.com/office/drawing/2014/main" id="{BF354F30-7A0C-76FD-9504-79AD069375C1}"/>
                </a:ext>
              </a:extLst>
            </p:cNvPr>
            <p:cNvSpPr/>
            <p:nvPr/>
          </p:nvSpPr>
          <p:spPr>
            <a:xfrm>
              <a:off x="6061829" y="3926204"/>
              <a:ext cx="2055138" cy="2568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00"/>
                </a:lnSpc>
                <a:buNone/>
              </a:pPr>
              <a:r>
                <a:rPr lang="en-US" sz="2000" dirty="0">
                  <a:solidFill>
                    <a:srgbClr val="403011"/>
                  </a:solidFill>
                  <a:latin typeface="Amasis MT Pro" panose="02040504050005020304" pitchFamily="18" charset="0"/>
                  <a:ea typeface="Brygada 1918 Semi Bold" pitchFamily="34" charset="-122"/>
                  <a:cs typeface="Brygada 1918 Semi Bold" pitchFamily="34" charset="-120"/>
                </a:rPr>
                <a:t>Professional Details</a:t>
              </a:r>
              <a:endParaRPr lang="en-US" sz="2000" dirty="0">
                <a:latin typeface="Amasis MT Pro" panose="02040504050005020304" pitchFamily="18" charset="0"/>
              </a:endParaRPr>
            </a:p>
          </p:txBody>
        </p:sp>
        <p:sp>
          <p:nvSpPr>
            <p:cNvPr id="25" name="Text 6">
              <a:extLst>
                <a:ext uri="{FF2B5EF4-FFF2-40B4-BE49-F238E27FC236}">
                  <a16:creationId xmlns:a16="http://schemas.microsoft.com/office/drawing/2014/main" id="{AF10C4C3-904C-0294-259D-AD294D912B10}"/>
                </a:ext>
              </a:extLst>
            </p:cNvPr>
            <p:cNvSpPr/>
            <p:nvPr/>
          </p:nvSpPr>
          <p:spPr>
            <a:xfrm>
              <a:off x="6061829" y="4281606"/>
              <a:ext cx="7993142" cy="26300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2000" dirty="0">
                  <a:solidFill>
                    <a:srgbClr val="403011"/>
                  </a:solidFill>
                  <a:latin typeface="Amasis MT Pro" panose="02040504050005020304" pitchFamily="18" charset="0"/>
                  <a:ea typeface="Brygada 1918" pitchFamily="34" charset="-122"/>
                  <a:cs typeface="Brygada 1918" pitchFamily="34" charset="-120"/>
                </a:rPr>
                <a:t>Industry, job title, years of experience overall and in field</a:t>
              </a:r>
              <a:endParaRPr lang="en-US" sz="2000" dirty="0">
                <a:latin typeface="Amasis MT Pro" panose="02040504050005020304" pitchFamily="18" charset="0"/>
              </a:endParaRPr>
            </a:p>
          </p:txBody>
        </p:sp>
        <p:pic>
          <p:nvPicPr>
            <p:cNvPr id="26" name="Image 3" descr="preencoded.png">
              <a:extLst>
                <a:ext uri="{FF2B5EF4-FFF2-40B4-BE49-F238E27FC236}">
                  <a16:creationId xmlns:a16="http://schemas.microsoft.com/office/drawing/2014/main" id="{269ED129-9303-D55A-D28B-59F2B2C8FBD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061829" y="4873346"/>
              <a:ext cx="411004" cy="4110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93143" y="374927"/>
            <a:ext cx="8379381" cy="515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4000" b="1" dirty="0">
                <a:solidFill>
                  <a:srgbClr val="403011"/>
                </a:solidFill>
                <a:latin typeface="Algerian" panose="04020705040A02060702" pitchFamily="82" charset="0"/>
                <a:ea typeface="Brygada 1918 Semi Bold" pitchFamily="34" charset="-122"/>
                <a:cs typeface="Brygada 1918 Semi Bold" pitchFamily="34" charset="-120"/>
              </a:rPr>
              <a:t>Data Cleaning &amp; Preprocessing</a:t>
            </a:r>
            <a:endParaRPr lang="en-US" sz="4000" b="1" dirty="0">
              <a:latin typeface="Algerian" panose="04020705040A02060702" pitchFamily="8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93143" y="1096446"/>
            <a:ext cx="164902" cy="206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01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93143" y="1371302"/>
            <a:ext cx="6099453" cy="22860"/>
          </a:xfrm>
          <a:prstGeom prst="rect">
            <a:avLst/>
          </a:prstGeom>
          <a:solidFill>
            <a:srgbClr val="626C3B"/>
          </a:solidFill>
          <a:ln/>
        </p:spPr>
      </p:sp>
      <p:sp>
        <p:nvSpPr>
          <p:cNvPr id="7" name="Text 5"/>
          <p:cNvSpPr/>
          <p:nvPr/>
        </p:nvSpPr>
        <p:spPr>
          <a:xfrm>
            <a:off x="393143" y="1498759"/>
            <a:ext cx="2201228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Amasis MT Pro" panose="02040504050005020304" pitchFamily="18" charset="0"/>
                <a:ea typeface="Brygada 1918 Semi Bold" pitchFamily="34" charset="-122"/>
                <a:cs typeface="Brygada 1918 Semi Bold" pitchFamily="34" charset="-120"/>
              </a:rPr>
              <a:t>Handle Missing Values</a:t>
            </a:r>
            <a:endParaRPr lang="en-US" sz="2000" dirty="0">
              <a:latin typeface="Amasis MT Pro" panose="020405040500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93142" y="1794926"/>
            <a:ext cx="6188633" cy="527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Amasis MT Pro" panose="02040504050005020304" pitchFamily="18" charset="0"/>
                <a:ea typeface="Brygada 1918" pitchFamily="34" charset="-122"/>
                <a:cs typeface="Brygada 1918" pitchFamily="34" charset="-120"/>
              </a:rPr>
              <a:t>Fill numerical columns with mean/median or remove rows; replace categorical missing values with "Unknown"</a:t>
            </a:r>
            <a:endParaRPr lang="en-US" sz="2000" dirty="0">
              <a:latin typeface="Amasis MT Pro" panose="020405040500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92487" y="2493496"/>
            <a:ext cx="164902" cy="206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02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93143" y="2841991"/>
            <a:ext cx="6099453" cy="22860"/>
          </a:xfrm>
          <a:prstGeom prst="rect">
            <a:avLst/>
          </a:prstGeom>
          <a:solidFill>
            <a:srgbClr val="83792E"/>
          </a:solidFill>
          <a:ln/>
        </p:spPr>
      </p:sp>
      <p:sp>
        <p:nvSpPr>
          <p:cNvPr id="11" name="Text 9"/>
          <p:cNvSpPr/>
          <p:nvPr/>
        </p:nvSpPr>
        <p:spPr>
          <a:xfrm>
            <a:off x="393143" y="2988200"/>
            <a:ext cx="2294930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Amasis MT Pro" panose="02040504050005020304" pitchFamily="18" charset="0"/>
                <a:ea typeface="Brygada 1918 Semi Bold" pitchFamily="34" charset="-122"/>
                <a:cs typeface="Brygada 1918 Semi Bold" pitchFamily="34" charset="-120"/>
              </a:rPr>
              <a:t>Standardize Data Types</a:t>
            </a:r>
            <a:endParaRPr lang="en-US" sz="2000" dirty="0">
              <a:latin typeface="Amasis MT Pro" panose="020405040500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92487" y="3351221"/>
            <a:ext cx="6099453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Amasis MT Pro" panose="02040504050005020304" pitchFamily="18" charset="0"/>
                <a:ea typeface="Brygada 1918" pitchFamily="34" charset="-122"/>
                <a:cs typeface="Brygada 1918" pitchFamily="34" charset="-120"/>
              </a:rPr>
              <a:t>Ensure appropriate data types for all columns</a:t>
            </a:r>
            <a:endParaRPr lang="en-US" sz="2000" dirty="0">
              <a:latin typeface="Amasis MT Pro" panose="020405040500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91832" y="3770678"/>
            <a:ext cx="164902" cy="206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93143" y="4097385"/>
            <a:ext cx="6099453" cy="22860"/>
          </a:xfrm>
          <a:prstGeom prst="rect">
            <a:avLst/>
          </a:prstGeom>
          <a:solidFill>
            <a:srgbClr val="E8AF3B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43" y="4243713"/>
            <a:ext cx="2062043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Amasis MT Pro" panose="02040504050005020304" pitchFamily="18" charset="0"/>
                <a:ea typeface="Brygada 1918 Semi Bold" pitchFamily="34" charset="-122"/>
                <a:cs typeface="Brygada 1918 Semi Bold" pitchFamily="34" charset="-120"/>
              </a:rPr>
              <a:t>Fix Inconsistencies</a:t>
            </a:r>
            <a:endParaRPr lang="en-US" sz="2000" dirty="0">
              <a:latin typeface="Amasis MT Pro" panose="020405040500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91832" y="4581761"/>
            <a:ext cx="6099453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Amasis MT Pro" panose="02040504050005020304" pitchFamily="18" charset="0"/>
                <a:ea typeface="Brygada 1918" pitchFamily="34" charset="-122"/>
                <a:cs typeface="Brygada 1918" pitchFamily="34" charset="-120"/>
              </a:rPr>
              <a:t>Standardize spelling, formats, and capitalization across categorical values</a:t>
            </a:r>
            <a:endParaRPr lang="en-US" sz="2000" dirty="0">
              <a:latin typeface="Amasis MT Pro" panose="020405040500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91832" y="5040718"/>
            <a:ext cx="164902" cy="206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04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93143" y="5332986"/>
            <a:ext cx="6099453" cy="22860"/>
          </a:xfrm>
          <a:prstGeom prst="rect">
            <a:avLst/>
          </a:prstGeom>
          <a:solidFill>
            <a:srgbClr val="CC914D"/>
          </a:solidFill>
          <a:ln/>
        </p:spPr>
      </p:sp>
      <p:sp>
        <p:nvSpPr>
          <p:cNvPr id="19" name="Text 17"/>
          <p:cNvSpPr/>
          <p:nvPr/>
        </p:nvSpPr>
        <p:spPr>
          <a:xfrm>
            <a:off x="391832" y="5428652"/>
            <a:ext cx="2062043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Amasis MT Pro" panose="02040504050005020304" pitchFamily="18" charset="0"/>
                <a:ea typeface="Brygada 1918 Semi Bold" pitchFamily="34" charset="-122"/>
                <a:cs typeface="Brygada 1918 Semi Bold" pitchFamily="34" charset="-120"/>
              </a:rPr>
              <a:t>Check for Outliers</a:t>
            </a:r>
            <a:endParaRPr lang="en-US" sz="2000" dirty="0">
              <a:latin typeface="Amasis MT Pro" panose="020405040500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91831" y="5868259"/>
            <a:ext cx="6099453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Amasis MT Pro" panose="02040504050005020304" pitchFamily="18" charset="0"/>
                <a:ea typeface="Brygada 1918" pitchFamily="34" charset="-122"/>
                <a:cs typeface="Brygada 1918" pitchFamily="34" charset="-120"/>
              </a:rPr>
              <a:t>Identify and handle outliers in salary data based on domain knowledge</a:t>
            </a:r>
            <a:endParaRPr lang="en-US" sz="2000" dirty="0">
              <a:latin typeface="Amasis MT Pro" panose="020405040500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607623" y="1381303"/>
            <a:ext cx="3932158" cy="1387435"/>
          </a:xfrm>
          <a:prstGeom prst="roundRect">
            <a:avLst>
              <a:gd name="adj" fmla="val 17835"/>
            </a:avLst>
          </a:prstGeom>
          <a:solidFill>
            <a:srgbClr val="DFE4CE"/>
          </a:solidFill>
          <a:ln/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2525" y="1588829"/>
            <a:ext cx="257651" cy="20609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195078" y="1562992"/>
            <a:ext cx="2062043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Final Output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181802" y="1981347"/>
            <a:ext cx="3179802" cy="527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Cleaned dataset ready for MySQL import and analysis</a:t>
            </a:r>
            <a:endParaRPr lang="en-US" sz="12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33F9EFA-33E5-4EEB-EA7C-1ECD966738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7623" y="3605134"/>
            <a:ext cx="5121895" cy="239510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6404015" y="391142"/>
            <a:ext cx="62056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011"/>
                </a:solidFill>
                <a:latin typeface="Algerian" panose="04020705040A02060702" pitchFamily="82" charset="0"/>
                <a:ea typeface="Brygada 1918 Semi Bold" pitchFamily="34" charset="-122"/>
                <a:cs typeface="Brygada 1918 Semi Bold" pitchFamily="34" charset="-120"/>
              </a:rPr>
              <a:t>MySQL Database Setup</a:t>
            </a:r>
            <a:endParaRPr lang="en-US" sz="4450" b="1" dirty="0">
              <a:latin typeface="Algerian" panose="04020705040A02060702" pitchFamily="82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1598176"/>
            <a:ext cx="1134070" cy="13608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41074" y="15782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011"/>
                </a:solidFill>
                <a:latin typeface="Amasis MT Pro" panose="02040504050005020304" pitchFamily="18" charset="0"/>
                <a:ea typeface="Brygada 1918 Semi Bold" pitchFamily="34" charset="-122"/>
                <a:cs typeface="Brygada 1918 Semi Bold" pitchFamily="34" charset="-120"/>
              </a:rPr>
              <a:t>Create Database</a:t>
            </a:r>
            <a:endParaRPr lang="en-US" sz="2200" b="1" dirty="0">
              <a:latin typeface="Amasis MT Pro" panose="020405040500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7631963" y="2060150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Amasis MT Pro" panose="02040504050005020304" pitchFamily="18" charset="0"/>
                <a:ea typeface="Brygada 1918" pitchFamily="34" charset="-122"/>
                <a:cs typeface="Brygada 1918" pitchFamily="34" charset="-120"/>
              </a:rPr>
              <a:t>Open MySQL Workbench and create new database</a:t>
            </a:r>
            <a:endParaRPr lang="en-US" sz="2000" dirty="0">
              <a:latin typeface="Amasis MT Pro" panose="020405040500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3206949"/>
            <a:ext cx="1134070" cy="16698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641074" y="32069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011"/>
                </a:solidFill>
                <a:latin typeface="Amasis MT Pro" panose="02040504050005020304" pitchFamily="18" charset="0"/>
                <a:ea typeface="Brygada 1918 Semi Bold" pitchFamily="34" charset="-122"/>
                <a:cs typeface="Brygada 1918 Semi Bold" pitchFamily="34" charset="-120"/>
              </a:rPr>
              <a:t>Design Table</a:t>
            </a:r>
            <a:endParaRPr lang="en-US" sz="2200" b="1" dirty="0">
              <a:latin typeface="Amasis MT Pro" panose="020405040500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7631963" y="3678972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Amasis MT Pro" panose="02040504050005020304" pitchFamily="18" charset="0"/>
                <a:ea typeface="Brygada 1918" pitchFamily="34" charset="-122"/>
                <a:cs typeface="Brygada 1918" pitchFamily="34" charset="-120"/>
              </a:rPr>
              <a:t>Create table with appropriate column names and data types</a:t>
            </a:r>
            <a:endParaRPr lang="en-US" sz="2000" dirty="0">
              <a:latin typeface="Amasis MT Pro" panose="02040504050005020304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5154870"/>
            <a:ext cx="1134070" cy="166985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641074" y="51763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011"/>
                </a:solidFill>
                <a:latin typeface="Amasis MT Pro" panose="02040504050005020304" pitchFamily="18" charset="0"/>
                <a:ea typeface="Brygada 1918 Semi Bold" pitchFamily="34" charset="-122"/>
                <a:cs typeface="Brygada 1918 Semi Bold" pitchFamily="34" charset="-120"/>
              </a:rPr>
              <a:t>Import Data</a:t>
            </a:r>
            <a:endParaRPr lang="en-US" sz="2200" b="1" dirty="0">
              <a:latin typeface="Amasis MT Pro" panose="020405040500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7631963" y="5658196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Amasis MT Pro" panose="02040504050005020304" pitchFamily="18" charset="0"/>
                <a:ea typeface="Brygada 1918" pitchFamily="34" charset="-122"/>
                <a:cs typeface="Brygada 1918" pitchFamily="34" charset="-120"/>
              </a:rPr>
              <a:t>Load cleaned CSV data using LOAD DATA command or import tools</a:t>
            </a:r>
            <a:endParaRPr lang="en-US" sz="2000" dirty="0">
              <a:latin typeface="Amasis MT Pro" panose="020405040500050203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C2585A3-323F-7985-0F66-917242B85A64}"/>
              </a:ext>
            </a:extLst>
          </p:cNvPr>
          <p:cNvGrpSpPr/>
          <p:nvPr/>
        </p:nvGrpSpPr>
        <p:grpSpPr>
          <a:xfrm>
            <a:off x="0" y="27980"/>
            <a:ext cx="5760720" cy="8229600"/>
            <a:chOff x="-89210" y="0"/>
            <a:chExt cx="5760720" cy="822960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-89210" y="0"/>
              <a:ext cx="5760720" cy="822960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7F8C8AA-8832-3EAC-BF8C-67AAD20A7CA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5433" y="2007610"/>
              <a:ext cx="3400900" cy="1066949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C29E481F-00FA-0A62-5892-EB4954F631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036" y="3933230"/>
            <a:ext cx="5162815" cy="26544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0656" y="137993"/>
            <a:ext cx="6710244" cy="551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4000" b="1" dirty="0">
                <a:solidFill>
                  <a:srgbClr val="403011"/>
                </a:solidFill>
                <a:latin typeface="Algerian" panose="04020705040A02060702" pitchFamily="82" charset="0"/>
                <a:ea typeface="Brygada 1918 Semi Bold" pitchFamily="34" charset="-122"/>
                <a:cs typeface="Brygada 1918 Semi Bold" pitchFamily="34" charset="-120"/>
              </a:rPr>
              <a:t>Key SQL Queries for Analysis</a:t>
            </a:r>
            <a:endParaRPr lang="en-US" sz="4000" b="1" dirty="0">
              <a:latin typeface="Algerian" panose="04020705040A02060702" pitchFamily="8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295400" y="973217"/>
            <a:ext cx="11163181" cy="1062514"/>
          </a:xfrm>
          <a:prstGeom prst="roundRect">
            <a:avLst>
              <a:gd name="adj" fmla="val 24917"/>
            </a:avLst>
          </a:prstGeom>
          <a:solidFill>
            <a:srgbClr val="F6EBD4"/>
          </a:solidFill>
          <a:ln w="22860">
            <a:solidFill>
              <a:srgbClr val="626C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2132" y="999887"/>
            <a:ext cx="705922" cy="1016794"/>
          </a:xfrm>
          <a:prstGeom prst="roundRect">
            <a:avLst>
              <a:gd name="adj" fmla="val 33617"/>
            </a:avLst>
          </a:prstGeom>
          <a:solidFill>
            <a:srgbClr val="626C3B"/>
          </a:solidFill>
          <a:ln/>
        </p:spPr>
      </p:sp>
      <p:sp>
        <p:nvSpPr>
          <p:cNvPr id="7" name="Text 5"/>
          <p:cNvSpPr/>
          <p:nvPr/>
        </p:nvSpPr>
        <p:spPr>
          <a:xfrm>
            <a:off x="1624072" y="1377315"/>
            <a:ext cx="264676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1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2237899" y="1101566"/>
            <a:ext cx="3839289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000" b="1" dirty="0">
                <a:solidFill>
                  <a:srgbClr val="403011"/>
                </a:solidFill>
                <a:latin typeface="Amasis MT Pro" panose="02040504050005020304" pitchFamily="18" charset="0"/>
                <a:ea typeface="Brygada 1918 Semi Bold" pitchFamily="34" charset="-122"/>
                <a:cs typeface="Brygada 1918 Semi Bold" pitchFamily="34" charset="-120"/>
              </a:rPr>
              <a:t>Average Salary by Industry &amp; Gender</a:t>
            </a:r>
            <a:endParaRPr lang="en-US" sz="2000" b="1" dirty="0">
              <a:latin typeface="Amasis MT Pro" panose="020405040500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237899" y="1483638"/>
            <a:ext cx="1005863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Amasis MT Pro" panose="02040504050005020304" pitchFamily="18" charset="0"/>
                <a:ea typeface="Brygada 1918" pitchFamily="34" charset="-122"/>
                <a:cs typeface="Brygada 1918" pitchFamily="34" charset="-120"/>
              </a:rPr>
              <a:t>Identify potential salary discrepancies based on gender within industries</a:t>
            </a:r>
            <a:endParaRPr lang="en-US" sz="2000" dirty="0">
              <a:latin typeface="Amasis MT Pro" panose="020405040500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95399" y="2227422"/>
            <a:ext cx="11163181" cy="1062514"/>
          </a:xfrm>
          <a:prstGeom prst="roundRect">
            <a:avLst>
              <a:gd name="adj" fmla="val 24917"/>
            </a:avLst>
          </a:prstGeom>
          <a:solidFill>
            <a:srgbClr val="F6EBD4"/>
          </a:solidFill>
          <a:ln w="22860">
            <a:solidFill>
              <a:srgbClr val="8379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42132" y="2250519"/>
            <a:ext cx="705922" cy="1016794"/>
          </a:xfrm>
          <a:prstGeom prst="roundRect">
            <a:avLst>
              <a:gd name="adj" fmla="val 33617"/>
            </a:avLst>
          </a:prstGeom>
          <a:solidFill>
            <a:srgbClr val="83792E"/>
          </a:solidFill>
          <a:ln/>
        </p:spPr>
      </p:sp>
      <p:sp>
        <p:nvSpPr>
          <p:cNvPr id="12" name="Text 10"/>
          <p:cNvSpPr/>
          <p:nvPr/>
        </p:nvSpPr>
        <p:spPr>
          <a:xfrm>
            <a:off x="1601212" y="2634198"/>
            <a:ext cx="264676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2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2237899" y="2356425"/>
            <a:ext cx="3313390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000" b="1" dirty="0">
                <a:solidFill>
                  <a:srgbClr val="403011"/>
                </a:solidFill>
                <a:latin typeface="Amasis MT Pro" panose="02040504050005020304" pitchFamily="18" charset="0"/>
                <a:ea typeface="Brygada 1918 Semi Bold" pitchFamily="34" charset="-122"/>
                <a:cs typeface="Brygada 1918 Semi Bold" pitchFamily="34" charset="-120"/>
              </a:rPr>
              <a:t>Total Compensation by Job Title</a:t>
            </a:r>
            <a:endParaRPr lang="en-US" sz="2000" b="1" dirty="0">
              <a:latin typeface="Amasis MT Pro" panose="020405040500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238137" y="2699444"/>
            <a:ext cx="1005863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Amasis MT Pro" panose="02040504050005020304" pitchFamily="18" charset="0"/>
                <a:ea typeface="Brygada 1918" pitchFamily="34" charset="-122"/>
                <a:cs typeface="Brygada 1918" pitchFamily="34" charset="-120"/>
              </a:rPr>
              <a:t>Calculate base salary plus additional compensation for each role</a:t>
            </a:r>
            <a:endParaRPr lang="en-US" sz="2000" dirty="0">
              <a:latin typeface="Amasis MT Pro" panose="020405040500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295398" y="3466387"/>
            <a:ext cx="11163181" cy="1062514"/>
          </a:xfrm>
          <a:prstGeom prst="roundRect">
            <a:avLst>
              <a:gd name="adj" fmla="val 24917"/>
            </a:avLst>
          </a:prstGeom>
          <a:solidFill>
            <a:srgbClr val="F6EBD4"/>
          </a:solidFill>
          <a:ln w="22860">
            <a:solidFill>
              <a:srgbClr val="E8AF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42132" y="3489247"/>
            <a:ext cx="705922" cy="1016794"/>
          </a:xfrm>
          <a:prstGeom prst="roundRect">
            <a:avLst>
              <a:gd name="adj" fmla="val 33617"/>
            </a:avLst>
          </a:prstGeom>
          <a:solidFill>
            <a:srgbClr val="E8AF3B"/>
          </a:solidFill>
          <a:ln/>
        </p:spPr>
      </p:sp>
      <p:sp>
        <p:nvSpPr>
          <p:cNvPr id="17" name="Text 15"/>
          <p:cNvSpPr/>
          <p:nvPr/>
        </p:nvSpPr>
        <p:spPr>
          <a:xfrm>
            <a:off x="1601212" y="3870127"/>
            <a:ext cx="264676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3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2238137" y="3624083"/>
            <a:ext cx="3407331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000" b="1" dirty="0">
                <a:solidFill>
                  <a:srgbClr val="403011"/>
                </a:solidFill>
                <a:latin typeface="Amasis MT Pro" panose="02040504050005020304" pitchFamily="18" charset="0"/>
                <a:ea typeface="Brygada 1918 Semi Bold" pitchFamily="34" charset="-122"/>
                <a:cs typeface="Brygada 1918 Semi Bold" pitchFamily="34" charset="-120"/>
              </a:rPr>
              <a:t>Salary Distribution by Education</a:t>
            </a:r>
            <a:endParaRPr lang="en-US" sz="2000" b="1" dirty="0">
              <a:latin typeface="Amasis MT Pro" panose="020405040500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238165" y="3997644"/>
            <a:ext cx="1005863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Amasis MT Pro" panose="02040504050005020304" pitchFamily="18" charset="0"/>
                <a:ea typeface="Brygada 1918" pitchFamily="34" charset="-122"/>
                <a:cs typeface="Brygada 1918" pitchFamily="34" charset="-120"/>
              </a:rPr>
              <a:t>Analyze correlation between education level and salary (average, min, max)</a:t>
            </a:r>
            <a:endParaRPr lang="en-US" sz="2000" dirty="0">
              <a:latin typeface="Amasis MT Pro" panose="020405040500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342132" y="4677548"/>
            <a:ext cx="11163181" cy="1062514"/>
          </a:xfrm>
          <a:prstGeom prst="roundRect">
            <a:avLst>
              <a:gd name="adj" fmla="val 24917"/>
            </a:avLst>
          </a:prstGeom>
          <a:solidFill>
            <a:srgbClr val="F6EBD4"/>
          </a:solidFill>
          <a:ln w="22860">
            <a:solidFill>
              <a:srgbClr val="CC91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99639" y="4697969"/>
            <a:ext cx="705922" cy="1016794"/>
          </a:xfrm>
          <a:prstGeom prst="roundRect">
            <a:avLst>
              <a:gd name="adj" fmla="val 33617"/>
            </a:avLst>
          </a:prstGeom>
          <a:solidFill>
            <a:srgbClr val="CC914D"/>
          </a:solidFill>
          <a:ln/>
        </p:spPr>
      </p:sp>
      <p:sp>
        <p:nvSpPr>
          <p:cNvPr id="22" name="Text 20"/>
          <p:cNvSpPr/>
          <p:nvPr/>
        </p:nvSpPr>
        <p:spPr>
          <a:xfrm>
            <a:off x="1624608" y="5096710"/>
            <a:ext cx="264676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4</a:t>
            </a:r>
            <a:endParaRPr lang="en-US" sz="2050" dirty="0"/>
          </a:p>
        </p:txBody>
      </p:sp>
      <p:sp>
        <p:nvSpPr>
          <p:cNvPr id="23" name="Text 21"/>
          <p:cNvSpPr/>
          <p:nvPr/>
        </p:nvSpPr>
        <p:spPr>
          <a:xfrm>
            <a:off x="2238165" y="4793758"/>
            <a:ext cx="3808571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000" b="1" dirty="0">
                <a:solidFill>
                  <a:srgbClr val="403011"/>
                </a:solidFill>
                <a:latin typeface="Amasis MT Pro" panose="02040504050005020304" pitchFamily="18" charset="0"/>
                <a:ea typeface="Brygada 1918 Semi Bold" pitchFamily="34" charset="-122"/>
                <a:cs typeface="Brygada 1918 Semi Bold" pitchFamily="34" charset="-120"/>
              </a:rPr>
              <a:t>Employees by Industry &amp; Experience</a:t>
            </a:r>
            <a:endParaRPr lang="en-US" sz="2000" b="1" dirty="0">
              <a:latin typeface="Amasis MT Pro" panose="020405040500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237899" y="5206366"/>
            <a:ext cx="1005863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Amasis MT Pro" panose="02040504050005020304" pitchFamily="18" charset="0"/>
                <a:ea typeface="Brygada 1918" pitchFamily="34" charset="-122"/>
                <a:cs typeface="Brygada 1918" pitchFamily="34" charset="-120"/>
              </a:rPr>
              <a:t>Determine workforce distribution across industries by years of experience</a:t>
            </a:r>
            <a:endParaRPr lang="en-US" sz="2000" dirty="0">
              <a:latin typeface="Amasis MT Pro" panose="020405040500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342131" y="5916513"/>
            <a:ext cx="11163181" cy="1062514"/>
          </a:xfrm>
          <a:prstGeom prst="roundRect">
            <a:avLst>
              <a:gd name="adj" fmla="val 24917"/>
            </a:avLst>
          </a:prstGeom>
          <a:solidFill>
            <a:srgbClr val="F6EBD4"/>
          </a:solidFill>
          <a:ln w="22860">
            <a:solidFill>
              <a:srgbClr val="626C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03449" y="5931753"/>
            <a:ext cx="705922" cy="1016794"/>
          </a:xfrm>
          <a:prstGeom prst="roundRect">
            <a:avLst>
              <a:gd name="adj" fmla="val 33617"/>
            </a:avLst>
          </a:prstGeom>
          <a:solidFill>
            <a:srgbClr val="626C3B"/>
          </a:solidFill>
          <a:ln/>
        </p:spPr>
      </p:sp>
      <p:sp>
        <p:nvSpPr>
          <p:cNvPr id="27" name="Text 25"/>
          <p:cNvSpPr/>
          <p:nvPr/>
        </p:nvSpPr>
        <p:spPr>
          <a:xfrm>
            <a:off x="1695629" y="6334154"/>
            <a:ext cx="264676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5</a:t>
            </a:r>
            <a:endParaRPr lang="en-US" sz="2050" dirty="0"/>
          </a:p>
        </p:txBody>
      </p:sp>
      <p:sp>
        <p:nvSpPr>
          <p:cNvPr id="28" name="Text 26"/>
          <p:cNvSpPr/>
          <p:nvPr/>
        </p:nvSpPr>
        <p:spPr>
          <a:xfrm>
            <a:off x="2237899" y="6076833"/>
            <a:ext cx="3276362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03011"/>
                </a:solidFill>
                <a:latin typeface="Amasis MT Pro" panose="02040504050005020304" pitchFamily="18" charset="0"/>
                <a:ea typeface="Brygada 1918 Semi Bold" pitchFamily="34" charset="-122"/>
                <a:cs typeface="Brygada 1918 Semi Bold" pitchFamily="34" charset="-120"/>
              </a:rPr>
              <a:t>Median Salary by Age &amp; </a:t>
            </a:r>
            <a:r>
              <a:rPr lang="en-US" sz="2000" b="1" dirty="0">
                <a:solidFill>
                  <a:srgbClr val="403011"/>
                </a:solidFill>
                <a:latin typeface="Amasis MT Pro" panose="02040504050005020304" pitchFamily="18" charset="0"/>
                <a:ea typeface="Brygada 1918 Semi Bold" pitchFamily="34" charset="-122"/>
                <a:cs typeface="Brygada 1918 Semi Bold" pitchFamily="34" charset="-120"/>
              </a:rPr>
              <a:t>Gender</a:t>
            </a:r>
            <a:endParaRPr lang="en-US" sz="2000" b="1" dirty="0">
              <a:latin typeface="Amasis MT Pro" panose="020405040500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238165" y="6524656"/>
            <a:ext cx="1005863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Amasis MT Pro" panose="02040504050005020304" pitchFamily="18" charset="0"/>
                <a:ea typeface="Brygada 1918" pitchFamily="34" charset="-122"/>
                <a:cs typeface="Brygada 1918" pitchFamily="34" charset="-120"/>
              </a:rPr>
              <a:t>Reveal salary trends across different age groups and gender</a:t>
            </a:r>
            <a:endParaRPr lang="en-US" sz="2000" dirty="0">
              <a:latin typeface="Amasis MT Pro" panose="020405040500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9383" y="612338"/>
            <a:ext cx="6607612" cy="6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403011"/>
                </a:solidFill>
                <a:latin typeface="Algerian" panose="04020705040A02060702" pitchFamily="82" charset="0"/>
                <a:ea typeface="Brygada 1918 Semi Bold" pitchFamily="34" charset="-122"/>
                <a:cs typeface="Brygada 1918 Semi Bold" pitchFamily="34" charset="-120"/>
              </a:rPr>
              <a:t>Advanced Query Insights</a:t>
            </a:r>
            <a:endParaRPr lang="en-US" sz="4350" b="1" dirty="0">
              <a:latin typeface="Algerian" panose="04020705040A02060702" pitchFamily="82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22413" y="1908334"/>
            <a:ext cx="3521035" cy="2803922"/>
          </a:xfrm>
          <a:prstGeom prst="roundRect">
            <a:avLst>
              <a:gd name="adj" fmla="val 11914"/>
            </a:avLst>
          </a:prstGeom>
          <a:solidFill>
            <a:srgbClr val="626C3B"/>
          </a:solidFill>
          <a:ln w="7620">
            <a:solidFill>
              <a:srgbClr val="7B855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9650" y="2123003"/>
            <a:ext cx="3060502" cy="695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latin typeface="Amasis MT Pro" panose="02040504050005020304" pitchFamily="18" charset="0"/>
                <a:ea typeface="Brygada 1918 Semi Bold" pitchFamily="34" charset="-122"/>
                <a:cs typeface="Brygada 1918 Semi Bold" pitchFamily="34" charset="-120"/>
              </a:rPr>
              <a:t>Highest Salaries by Country</a:t>
            </a:r>
            <a:endParaRPr lang="en-US" sz="2150" b="1" dirty="0">
              <a:latin typeface="Amasis MT Pro" panose="020405040500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09650" y="3025853"/>
            <a:ext cx="3060502" cy="1424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latin typeface="Amasis MT Pro" panose="02040504050005020304" pitchFamily="18" charset="0"/>
                <a:ea typeface="Brygada 1918" pitchFamily="34" charset="-122"/>
                <a:cs typeface="Brygada 1918" pitchFamily="34" charset="-120"/>
              </a:rPr>
              <a:t>Identify top-paying job titles in each country to understand global salary trends</a:t>
            </a:r>
            <a:endParaRPr lang="en-US" sz="1750" dirty="0">
              <a:latin typeface="Amasis MT Pro" panose="020405040500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79383" y="4919305"/>
            <a:ext cx="3521035" cy="2447687"/>
          </a:xfrm>
          <a:prstGeom prst="roundRect">
            <a:avLst>
              <a:gd name="adj" fmla="val 13648"/>
            </a:avLst>
          </a:prstGeom>
          <a:solidFill>
            <a:srgbClr val="83792E"/>
          </a:solidFill>
          <a:ln w="7620">
            <a:solidFill>
              <a:srgbClr val="9C92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9650" y="5149572"/>
            <a:ext cx="3060502" cy="695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latin typeface="Amasis MT Pro" panose="02040504050005020304" pitchFamily="18" charset="0"/>
                <a:ea typeface="Brygada 1918 Semi Bold" pitchFamily="34" charset="-122"/>
                <a:cs typeface="Brygada 1918 Semi Bold" pitchFamily="34" charset="-120"/>
              </a:rPr>
              <a:t>City &amp; Industry Averages</a:t>
            </a:r>
            <a:endParaRPr lang="en-US" sz="2150" b="1" dirty="0">
              <a:latin typeface="Amasis MT Pro" panose="020405040500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09650" y="6068020"/>
            <a:ext cx="3060502" cy="106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latin typeface="Amasis MT Pro" panose="02040504050005020304" pitchFamily="18" charset="0"/>
                <a:ea typeface="Brygada 1918" pitchFamily="34" charset="-122"/>
                <a:cs typeface="Brygada 1918" pitchFamily="34" charset="-120"/>
              </a:rPr>
              <a:t>Calculate average salary for each city-industry combination</a:t>
            </a:r>
            <a:endParaRPr lang="en-US" sz="1750" dirty="0">
              <a:latin typeface="Amasis MT Pro" panose="020405040500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703981" y="2015729"/>
            <a:ext cx="3521035" cy="2605741"/>
          </a:xfrm>
          <a:prstGeom prst="roundRect">
            <a:avLst>
              <a:gd name="adj" fmla="val 13648"/>
            </a:avLst>
          </a:prstGeom>
          <a:solidFill>
            <a:srgbClr val="626C3B"/>
          </a:solidFill>
          <a:ln w="7620">
            <a:solidFill>
              <a:srgbClr val="7B855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81468" y="2123003"/>
            <a:ext cx="3060502" cy="695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latin typeface="Amasis MT Pro" panose="02040504050005020304" pitchFamily="18" charset="0"/>
                <a:ea typeface="Brygada 1918 Semi Bold" pitchFamily="34" charset="-122"/>
                <a:cs typeface="Brygada 1918 Semi Bold" pitchFamily="34" charset="-120"/>
              </a:rPr>
              <a:t>Bonus Compensation Patterns</a:t>
            </a:r>
            <a:endParaRPr lang="en-US" sz="2150" b="1" dirty="0">
              <a:latin typeface="Amasis MT Pro" panose="020405040500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081468" y="3041452"/>
            <a:ext cx="3060502" cy="106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latin typeface="Amasis MT Pro" panose="02040504050005020304" pitchFamily="18" charset="0"/>
                <a:ea typeface="Brygada 1918" pitchFamily="34" charset="-122"/>
                <a:cs typeface="Brygada 1918" pitchFamily="34" charset="-120"/>
              </a:rPr>
              <a:t>Percentage of employees receiving additional compensation by gender</a:t>
            </a:r>
            <a:endParaRPr lang="en-US" sz="1750" dirty="0">
              <a:latin typeface="Amasis MT Pro" panose="020405040500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851202" y="4902517"/>
            <a:ext cx="3521035" cy="2447687"/>
          </a:xfrm>
          <a:prstGeom prst="roundRect">
            <a:avLst>
              <a:gd name="adj" fmla="val 13648"/>
            </a:avLst>
          </a:prstGeom>
          <a:solidFill>
            <a:srgbClr val="83792E"/>
          </a:solidFill>
          <a:ln w="7620">
            <a:solidFill>
              <a:srgbClr val="9C924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48143" y="5091171"/>
            <a:ext cx="3060502" cy="695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latin typeface="Amasis MT Pro" panose="02040504050005020304" pitchFamily="18" charset="0"/>
                <a:ea typeface="Brygada 1918 Semi Bold" pitchFamily="34" charset="-122"/>
                <a:cs typeface="Brygada 1918 Semi Bold" pitchFamily="34" charset="-120"/>
              </a:rPr>
              <a:t>Experience-Based Compensation</a:t>
            </a:r>
            <a:endParaRPr lang="en-US" sz="2150" b="1" dirty="0">
              <a:latin typeface="Amasis MT Pro" panose="020405040500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081468" y="6068019"/>
            <a:ext cx="3060502" cy="106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latin typeface="Amasis MT Pro" panose="02040504050005020304" pitchFamily="18" charset="0"/>
                <a:ea typeface="Brygada 1918" pitchFamily="34" charset="-122"/>
                <a:cs typeface="Brygada 1918" pitchFamily="34" charset="-120"/>
              </a:rPr>
              <a:t>Total compensation trends by job title and years of experience</a:t>
            </a:r>
            <a:endParaRPr lang="en-US" sz="1750" dirty="0">
              <a:latin typeface="Amasis MT Pro" panose="020405040500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96530CB-2553-7774-4D0F-D77D9BAA0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9350" y="2389766"/>
            <a:ext cx="3848637" cy="214330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5F9397B-797E-589F-F6A7-9AFD6F3719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5549" y="123629"/>
            <a:ext cx="5678981" cy="214342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69CE7D5-4168-38C9-7CB5-24E6213171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5549" y="4666967"/>
            <a:ext cx="5678981" cy="25911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6398121" y="478334"/>
            <a:ext cx="7565529" cy="704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403011"/>
                </a:solidFill>
                <a:latin typeface="Algerian" panose="04020705040A02060702" pitchFamily="82" charset="0"/>
                <a:ea typeface="Brygada 1918 Semi Bold" pitchFamily="34" charset="-122"/>
                <a:cs typeface="Brygada 1918 Semi Bold" pitchFamily="34" charset="-120"/>
              </a:rPr>
              <a:t>Excel Data Organization</a:t>
            </a:r>
            <a:endParaRPr lang="en-US" sz="4400" b="1" dirty="0">
              <a:latin typeface="Algerian" panose="04020705040A02060702" pitchFamily="8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521290" y="2012275"/>
            <a:ext cx="45719" cy="4427960"/>
          </a:xfrm>
          <a:prstGeom prst="roundRect">
            <a:avLst>
              <a:gd name="adj" fmla="val 1110111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893065" y="1840467"/>
            <a:ext cx="676632" cy="30480"/>
          </a:xfrm>
          <a:prstGeom prst="roundRect">
            <a:avLst>
              <a:gd name="adj" fmla="val 1110111"/>
            </a:avLst>
          </a:prstGeom>
          <a:solidFill>
            <a:srgbClr val="7B8554"/>
          </a:solidFill>
          <a:ln/>
        </p:spPr>
      </p:sp>
      <p:sp>
        <p:nvSpPr>
          <p:cNvPr id="8" name="Shape 5"/>
          <p:cNvSpPr/>
          <p:nvPr/>
        </p:nvSpPr>
        <p:spPr>
          <a:xfrm>
            <a:off x="6275903" y="1582459"/>
            <a:ext cx="507444" cy="507444"/>
          </a:xfrm>
          <a:prstGeom prst="roundRect">
            <a:avLst>
              <a:gd name="adj" fmla="val 66680"/>
            </a:avLst>
          </a:prstGeom>
          <a:solidFill>
            <a:srgbClr val="626C3B"/>
          </a:solidFill>
          <a:ln w="7620">
            <a:solidFill>
              <a:srgbClr val="7B855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75737" y="1711822"/>
            <a:ext cx="338257" cy="422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7847055" y="1659968"/>
            <a:ext cx="281963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011"/>
                </a:solidFill>
                <a:latin typeface="Amasis MT Pro" panose="02040504050005020304" pitchFamily="18" charset="0"/>
                <a:ea typeface="Brygada 1918 Semi Bold" pitchFamily="34" charset="-122"/>
                <a:cs typeface="Brygada 1918 Semi Bold" pitchFamily="34" charset="-120"/>
              </a:rPr>
              <a:t>Export from MySQL</a:t>
            </a:r>
            <a:endParaRPr lang="en-US" sz="2200" b="1" dirty="0">
              <a:latin typeface="Amasis MT Pro" panose="020405040500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847055" y="2225158"/>
            <a:ext cx="6183392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Run each SQL query and export results to CSV files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906876" y="3389532"/>
            <a:ext cx="676632" cy="30480"/>
          </a:xfrm>
          <a:prstGeom prst="roundRect">
            <a:avLst>
              <a:gd name="adj" fmla="val 1110111"/>
            </a:avLst>
          </a:prstGeom>
          <a:solidFill>
            <a:srgbClr val="9C9247"/>
          </a:solidFill>
          <a:ln/>
        </p:spPr>
      </p:sp>
      <p:sp>
        <p:nvSpPr>
          <p:cNvPr id="13" name="Shape 10"/>
          <p:cNvSpPr/>
          <p:nvPr/>
        </p:nvSpPr>
        <p:spPr>
          <a:xfrm>
            <a:off x="6298049" y="3141049"/>
            <a:ext cx="507444" cy="507444"/>
          </a:xfrm>
          <a:prstGeom prst="roundRect">
            <a:avLst>
              <a:gd name="adj" fmla="val 66680"/>
            </a:avLst>
          </a:prstGeom>
          <a:solidFill>
            <a:srgbClr val="83792E"/>
          </a:solidFill>
          <a:ln w="7620">
            <a:solidFill>
              <a:srgbClr val="9C924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86511" y="3267850"/>
            <a:ext cx="338257" cy="422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5" name="Text 12"/>
          <p:cNvSpPr/>
          <p:nvPr/>
        </p:nvSpPr>
        <p:spPr>
          <a:xfrm>
            <a:off x="7824909" y="3233783"/>
            <a:ext cx="281963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011"/>
                </a:solidFill>
                <a:latin typeface="Amasis MT Pro" panose="02040504050005020304" pitchFamily="18" charset="0"/>
                <a:ea typeface="Brygada 1918 Semi Bold" pitchFamily="34" charset="-122"/>
                <a:cs typeface="Brygada 1918 Semi Bold" pitchFamily="34" charset="-120"/>
              </a:rPr>
              <a:t>Create Workbook</a:t>
            </a:r>
            <a:endParaRPr lang="en-US" sz="2200" b="1" dirty="0">
              <a:latin typeface="Amasis MT Pro" panose="020405040500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847055" y="3753802"/>
            <a:ext cx="6183392" cy="721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Amasis MT Pro" panose="02040504050005020304" pitchFamily="18" charset="0"/>
                <a:ea typeface="Brygada 1918" pitchFamily="34" charset="-122"/>
                <a:cs typeface="Brygada 1918" pitchFamily="34" charset="-120"/>
              </a:rPr>
              <a:t>Open Excel and create new workbook with dedicated sheets</a:t>
            </a:r>
            <a:endParaRPr lang="en-US" sz="1750" dirty="0">
              <a:latin typeface="Amasis MT Pro" panose="020405040500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914613" y="4809112"/>
            <a:ext cx="676632" cy="30480"/>
          </a:xfrm>
          <a:prstGeom prst="roundRect">
            <a:avLst>
              <a:gd name="adj" fmla="val 1110111"/>
            </a:avLst>
          </a:prstGeom>
          <a:solidFill>
            <a:srgbClr val="CE9521"/>
          </a:solidFill>
          <a:ln/>
        </p:spPr>
      </p:sp>
      <p:sp>
        <p:nvSpPr>
          <p:cNvPr id="18" name="Shape 15"/>
          <p:cNvSpPr/>
          <p:nvPr/>
        </p:nvSpPr>
        <p:spPr>
          <a:xfrm>
            <a:off x="6282808" y="4587568"/>
            <a:ext cx="507444" cy="507444"/>
          </a:xfrm>
          <a:prstGeom prst="roundRect">
            <a:avLst>
              <a:gd name="adj" fmla="val 66680"/>
            </a:avLst>
          </a:prstGeom>
          <a:solidFill>
            <a:srgbClr val="E8AF3B"/>
          </a:solidFill>
          <a:ln w="7620">
            <a:solidFill>
              <a:srgbClr val="CE952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86511" y="4686583"/>
            <a:ext cx="338257" cy="422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20" name="Text 17"/>
          <p:cNvSpPr/>
          <p:nvPr/>
        </p:nvSpPr>
        <p:spPr>
          <a:xfrm>
            <a:off x="7855154" y="4643391"/>
            <a:ext cx="281963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011"/>
                </a:solidFill>
                <a:latin typeface="Amasis MT Pro" panose="02040504050005020304" pitchFamily="18" charset="0"/>
                <a:ea typeface="Brygada 1918 Semi Bold" pitchFamily="34" charset="-122"/>
                <a:cs typeface="Brygada 1918 Semi Bold" pitchFamily="34" charset="-120"/>
              </a:rPr>
              <a:t>Import Data</a:t>
            </a:r>
            <a:endParaRPr lang="en-US" sz="2200" b="1" dirty="0">
              <a:latin typeface="Amasis MT Pro" panose="020405040500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824909" y="5189411"/>
            <a:ext cx="6183392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Amasis MT Pro" panose="02040504050005020304" pitchFamily="18" charset="0"/>
                <a:ea typeface="Brygada 1918" pitchFamily="34" charset="-122"/>
                <a:cs typeface="Brygada 1918" pitchFamily="34" charset="-120"/>
              </a:rPr>
              <a:t>Import each CSV file into separate sheet (10 sheets total)</a:t>
            </a:r>
            <a:endParaRPr lang="en-US" sz="1750" dirty="0">
              <a:latin typeface="Amasis MT Pro" panose="020405040500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866036" y="6285460"/>
            <a:ext cx="676632" cy="30480"/>
          </a:xfrm>
          <a:prstGeom prst="roundRect">
            <a:avLst>
              <a:gd name="adj" fmla="val 1110111"/>
            </a:avLst>
          </a:prstGeom>
          <a:solidFill>
            <a:srgbClr val="B27733"/>
          </a:solidFill>
          <a:ln/>
        </p:spPr>
      </p:sp>
      <p:sp>
        <p:nvSpPr>
          <p:cNvPr id="23" name="Shape 20"/>
          <p:cNvSpPr/>
          <p:nvPr/>
        </p:nvSpPr>
        <p:spPr>
          <a:xfrm>
            <a:off x="6297632" y="6070314"/>
            <a:ext cx="507444" cy="507444"/>
          </a:xfrm>
          <a:prstGeom prst="roundRect">
            <a:avLst>
              <a:gd name="adj" fmla="val 66680"/>
            </a:avLst>
          </a:prstGeom>
          <a:solidFill>
            <a:srgbClr val="CC914D"/>
          </a:solidFill>
          <a:ln w="7620">
            <a:solidFill>
              <a:srgbClr val="B277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82225" y="6202682"/>
            <a:ext cx="338257" cy="422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4</a:t>
            </a:r>
            <a:endParaRPr lang="en-US" sz="2650" dirty="0"/>
          </a:p>
        </p:txBody>
      </p:sp>
      <p:sp>
        <p:nvSpPr>
          <p:cNvPr id="25" name="Text 22"/>
          <p:cNvSpPr/>
          <p:nvPr/>
        </p:nvSpPr>
        <p:spPr>
          <a:xfrm>
            <a:off x="7847055" y="6087810"/>
            <a:ext cx="281963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011"/>
                </a:solidFill>
                <a:latin typeface="Amasis MT Pro" panose="02040504050005020304" pitchFamily="18" charset="0"/>
                <a:ea typeface="Brygada 1918 Semi Bold" pitchFamily="34" charset="-122"/>
                <a:cs typeface="Brygada 1918 Semi Bold" pitchFamily="34" charset="-120"/>
              </a:rPr>
              <a:t>Organize Structure</a:t>
            </a:r>
            <a:endParaRPr lang="en-US" sz="2200" b="1" dirty="0">
              <a:latin typeface="Amasis MT Pro" panose="020405040500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7855154" y="6625592"/>
            <a:ext cx="6183392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Amasis MT Pro" panose="02040504050005020304" pitchFamily="18" charset="0"/>
                <a:ea typeface="Brygada 1918" pitchFamily="34" charset="-122"/>
                <a:cs typeface="Brygada 1918" pitchFamily="34" charset="-120"/>
              </a:rPr>
              <a:t>Label sheets clearly for each query result</a:t>
            </a:r>
            <a:endParaRPr lang="en-US" sz="1750" dirty="0">
              <a:latin typeface="Amasis MT Pro" panose="020405040500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7EA1A89-A1E3-8C52-9ADF-C38B86941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21" y="360948"/>
            <a:ext cx="5482929" cy="683221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69426" y="278724"/>
            <a:ext cx="5644753" cy="527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4000" b="1" dirty="0">
                <a:solidFill>
                  <a:srgbClr val="403011"/>
                </a:solidFill>
                <a:latin typeface="Algerian" panose="04020705040A02060702" pitchFamily="82" charset="0"/>
                <a:ea typeface="Brygada 1918 Semi Bold" pitchFamily="34" charset="-122"/>
                <a:cs typeface="Brygada 1918 Semi Bold" pitchFamily="34" charset="-120"/>
              </a:rPr>
              <a:t>Dashboard Creation Process</a:t>
            </a:r>
            <a:endParaRPr lang="en-US" sz="4000" b="1" dirty="0">
              <a:latin typeface="Algerian" panose="04020705040A02060702" pitchFamily="8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21149" y="1520070"/>
            <a:ext cx="168712" cy="1056323"/>
          </a:xfrm>
          <a:prstGeom prst="roundRect">
            <a:avLst>
              <a:gd name="adj" fmla="val 150002"/>
            </a:avLst>
          </a:prstGeom>
          <a:solidFill>
            <a:srgbClr val="626C3B"/>
          </a:solidFill>
          <a:ln w="7620">
            <a:solidFill>
              <a:srgbClr val="7B85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5533" y="1090851"/>
            <a:ext cx="506135" cy="506135"/>
          </a:xfrm>
          <a:prstGeom prst="roundRect">
            <a:avLst>
              <a:gd name="adj" fmla="val 90332"/>
            </a:avLst>
          </a:prstGeom>
          <a:solidFill>
            <a:srgbClr val="626C3B"/>
          </a:solidFill>
          <a:ln w="7620">
            <a:solidFill>
              <a:srgbClr val="7B8554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9001" y="1307781"/>
            <a:ext cx="253008" cy="2530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8123" y="1225927"/>
            <a:ext cx="2108835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403011"/>
                </a:solidFill>
                <a:latin typeface="Amasis MT Pro" panose="02040504050005020304" pitchFamily="18" charset="0"/>
                <a:ea typeface="Brygada 1918 Semi Bold" pitchFamily="34" charset="-122"/>
                <a:cs typeface="Brygada 1918 Semi Bold" pitchFamily="34" charset="-120"/>
              </a:rPr>
              <a:t>Build Pivot Tables</a:t>
            </a:r>
            <a:endParaRPr lang="en-US" sz="2000" b="1" dirty="0">
              <a:latin typeface="Amasis MT Pro" panose="020405040500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178123" y="1610885"/>
            <a:ext cx="5500568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Amasis MT Pro" panose="02040504050005020304" pitchFamily="18" charset="0"/>
                <a:ea typeface="Brygada 1918" pitchFamily="34" charset="-122"/>
                <a:cs typeface="Brygada 1918" pitchFamily="34" charset="-120"/>
              </a:rPr>
              <a:t>Create pivot tables from each sheet to summarize key metrics using appropriate fields</a:t>
            </a:r>
            <a:endParaRPr lang="en-US" sz="2000" dirty="0">
              <a:latin typeface="Amasis MT Pro" panose="020405040500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000720" y="3260406"/>
            <a:ext cx="168712" cy="1056323"/>
          </a:xfrm>
          <a:prstGeom prst="roundRect">
            <a:avLst>
              <a:gd name="adj" fmla="val 150002"/>
            </a:avLst>
          </a:prstGeom>
          <a:solidFill>
            <a:srgbClr val="83792E"/>
          </a:solidFill>
          <a:ln w="7620">
            <a:solidFill>
              <a:srgbClr val="9C924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32009" y="2818047"/>
            <a:ext cx="506135" cy="506135"/>
          </a:xfrm>
          <a:prstGeom prst="roundRect">
            <a:avLst>
              <a:gd name="adj" fmla="val 90332"/>
            </a:avLst>
          </a:prstGeom>
          <a:solidFill>
            <a:srgbClr val="83792E"/>
          </a:solidFill>
          <a:ln w="7620">
            <a:solidFill>
              <a:srgbClr val="9C9247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8572" y="2972260"/>
            <a:ext cx="253008" cy="2530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31858" y="2957303"/>
            <a:ext cx="2143482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403011"/>
                </a:solidFill>
                <a:latin typeface="Amasis MT Pro" panose="02040504050005020304" pitchFamily="18" charset="0"/>
                <a:ea typeface="Brygada 1918 Semi Bold" pitchFamily="34" charset="-122"/>
                <a:cs typeface="Brygada 1918 Semi Bold" pitchFamily="34" charset="-120"/>
              </a:rPr>
              <a:t>Design</a:t>
            </a:r>
            <a:r>
              <a:rPr lang="en-US" sz="1650" b="1" dirty="0">
                <a:solidFill>
                  <a:srgbClr val="403011"/>
                </a:solidFill>
                <a:latin typeface="Amasis MT Pro" panose="02040504050005020304" pitchFamily="18" charset="0"/>
                <a:ea typeface="Brygada 1918 Semi Bold" pitchFamily="34" charset="-122"/>
                <a:cs typeface="Brygada 1918 Semi Bold" pitchFamily="34" charset="-120"/>
              </a:rPr>
              <a:t> </a:t>
            </a:r>
            <a:r>
              <a:rPr lang="en-US" sz="2000" b="1" dirty="0">
                <a:solidFill>
                  <a:srgbClr val="403011"/>
                </a:solidFill>
                <a:latin typeface="Amasis MT Pro" panose="02040504050005020304" pitchFamily="18" charset="0"/>
                <a:ea typeface="Brygada 1918 Semi Bold" pitchFamily="34" charset="-122"/>
                <a:cs typeface="Brygada 1918 Semi Bold" pitchFamily="34" charset="-120"/>
              </a:rPr>
              <a:t>Visualizations</a:t>
            </a:r>
            <a:endParaRPr lang="en-US" sz="2000" b="1" dirty="0">
              <a:latin typeface="Amasis MT Pro" panose="020405040500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1531858" y="3389500"/>
            <a:ext cx="5783342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Amasis MT Pro" panose="02040504050005020304" pitchFamily="18" charset="0"/>
                <a:ea typeface="Brygada 1918" pitchFamily="34" charset="-122"/>
                <a:cs typeface="Brygada 1918" pitchFamily="34" charset="-120"/>
              </a:rPr>
              <a:t>Use bar charts, pie charts, and line charts to visualize salary distribution, gender patterns, and top-paying roles</a:t>
            </a:r>
            <a:endParaRPr lang="en-US" sz="2000" dirty="0">
              <a:latin typeface="Amasis MT Pro" panose="020405040500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1506855" y="4828102"/>
            <a:ext cx="168712" cy="1056323"/>
          </a:xfrm>
          <a:prstGeom prst="roundRect">
            <a:avLst>
              <a:gd name="adj" fmla="val 150002"/>
            </a:avLst>
          </a:prstGeom>
          <a:solidFill>
            <a:srgbClr val="E8AF3B"/>
          </a:solidFill>
          <a:ln w="7620">
            <a:solidFill>
              <a:srgbClr val="CE952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338144" y="4458622"/>
            <a:ext cx="506135" cy="506135"/>
          </a:xfrm>
          <a:prstGeom prst="roundRect">
            <a:avLst>
              <a:gd name="adj" fmla="val 90332"/>
            </a:avLst>
          </a:prstGeom>
          <a:solidFill>
            <a:srgbClr val="E8AF3B"/>
          </a:solidFill>
          <a:ln w="7620">
            <a:solidFill>
              <a:srgbClr val="CE9521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64707" y="4602434"/>
            <a:ext cx="253008" cy="2530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70842" y="4552950"/>
            <a:ext cx="2108835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403011"/>
                </a:solidFill>
                <a:latin typeface="Amasis MT Pro" panose="02040504050005020304" pitchFamily="18" charset="0"/>
                <a:ea typeface="Brygada 1918 Semi Bold" pitchFamily="34" charset="-122"/>
                <a:cs typeface="Brygada 1918 Semi Bold" pitchFamily="34" charset="-120"/>
              </a:rPr>
              <a:t>Assemble Dashboard</a:t>
            </a:r>
            <a:endParaRPr lang="en-US" sz="2000" b="1" dirty="0">
              <a:latin typeface="Amasis MT Pro" panose="02040504050005020304" pitchFamily="18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1970841" y="4964757"/>
            <a:ext cx="5144333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Amasis MT Pro" panose="02040504050005020304" pitchFamily="18" charset="0"/>
                <a:ea typeface="Brygada 1918" pitchFamily="34" charset="-122"/>
                <a:cs typeface="Brygada 1918" pitchFamily="34" charset="-120"/>
              </a:rPr>
              <a:t>Arrange charts on dedicated dashboard sheet with clear labels, titles, and legends</a:t>
            </a:r>
            <a:endParaRPr lang="en-US" sz="2000" dirty="0">
              <a:latin typeface="Amasis MT Pro" panose="020405040500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5F29A1A-F2E0-0542-7B06-85EAC6DB94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0" y="1090851"/>
            <a:ext cx="7101429" cy="57671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250721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1"/>
          <p:cNvSpPr/>
          <p:nvPr/>
        </p:nvSpPr>
        <p:spPr>
          <a:xfrm>
            <a:off x="3871527" y="3233024"/>
            <a:ext cx="7556421" cy="2126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00"/>
              </a:lnSpc>
              <a:buNone/>
            </a:pPr>
            <a:endParaRPr lang="en-US" sz="13350" dirty="0"/>
          </a:p>
        </p:txBody>
      </p:sp>
      <p:sp>
        <p:nvSpPr>
          <p:cNvPr id="5" name="Text 2"/>
          <p:cNvSpPr/>
          <p:nvPr/>
        </p:nvSpPr>
        <p:spPr>
          <a:xfrm>
            <a:off x="793790" y="556355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.</a:t>
            </a:r>
            <a:endParaRPr lang="en-US" sz="17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9B13CA-A8A9-70D0-D0D6-C77E7B32F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8075" y="3074194"/>
            <a:ext cx="7198848" cy="1627632"/>
          </a:xfrm>
        </p:spPr>
        <p:txBody>
          <a:bodyPr>
            <a:noAutofit/>
          </a:bodyPr>
          <a:lstStyle/>
          <a:p>
            <a:r>
              <a:rPr lang="en-US" sz="9000" b="1" dirty="0">
                <a:latin typeface="Algerian" panose="04020705040A02060702" pitchFamily="82" charset="0"/>
              </a:rPr>
              <a:t>THANK YOU</a:t>
            </a:r>
            <a:endParaRPr lang="en-IN" sz="9000" b="1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236</TotalTime>
  <Words>455</Words>
  <Application>Microsoft Office PowerPoint</Application>
  <PresentationFormat>Custom</PresentationFormat>
  <Paragraphs>95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Algerian</vt:lpstr>
      <vt:lpstr>Brygada 1918</vt:lpstr>
      <vt:lpstr>Gill Sans MT</vt:lpstr>
      <vt:lpstr>Brygada 1918 Light</vt:lpstr>
      <vt:lpstr>Arial</vt:lpstr>
      <vt:lpstr>Brygada 1918 Semi Bold</vt:lpstr>
      <vt:lpstr>Amasis MT Pro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ASUS</dc:creator>
  <cp:lastModifiedBy>Remona Prabhu</cp:lastModifiedBy>
  <cp:revision>8</cp:revision>
  <dcterms:created xsi:type="dcterms:W3CDTF">2026-01-22T13:59:38Z</dcterms:created>
  <dcterms:modified xsi:type="dcterms:W3CDTF">2026-01-23T15:33:34Z</dcterms:modified>
</cp:coreProperties>
</file>